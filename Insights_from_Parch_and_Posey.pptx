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2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345" r:id="rId2"/>
    <p:sldId id="351" r:id="rId3"/>
    <p:sldId id="346" r:id="rId4"/>
    <p:sldId id="355" r:id="rId5"/>
    <p:sldId id="349" r:id="rId6"/>
    <p:sldId id="347" r:id="rId7"/>
    <p:sldId id="358" r:id="rId8"/>
    <p:sldId id="359" r:id="rId9"/>
    <p:sldId id="360" r:id="rId10"/>
    <p:sldId id="357" r:id="rId11"/>
    <p:sldId id="361" r:id="rId12"/>
    <p:sldId id="362" r:id="rId13"/>
    <p:sldId id="363" r:id="rId14"/>
    <p:sldId id="354" r:id="rId15"/>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3E3E"/>
    <a:srgbClr val="48CAD9"/>
    <a:srgbClr val="3DE0BC"/>
    <a:srgbClr val="105B97"/>
    <a:srgbClr val="F3BE21"/>
    <a:srgbClr val="7BA681"/>
    <a:srgbClr val="28402F"/>
    <a:srgbClr val="FF58D4"/>
    <a:srgbClr val="F4AD69"/>
    <a:srgbClr val="4984C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06" autoAdjust="0"/>
    <p:restoredTop sz="94624" autoAdjust="0"/>
  </p:normalViewPr>
  <p:slideViewPr>
    <p:cSldViewPr snapToGrid="0" showGuides="1">
      <p:cViewPr varScale="1">
        <p:scale>
          <a:sx n="107" d="100"/>
          <a:sy n="107" d="100"/>
        </p:scale>
        <p:origin x="732" y="78"/>
      </p:cViewPr>
      <p:guideLst/>
    </p:cSldViewPr>
  </p:slideViewPr>
  <p:notesTextViewPr>
    <p:cViewPr>
      <p:scale>
        <a:sx n="1" d="1"/>
        <a:sy n="1" d="1"/>
      </p:scale>
      <p:origin x="0" y="0"/>
    </p:cViewPr>
  </p:notesTextViewPr>
  <p:notesViewPr>
    <p:cSldViewPr snapToGrid="0" showGuides="1">
      <p:cViewPr varScale="1">
        <p:scale>
          <a:sx n="70" d="100"/>
          <a:sy n="70" d="100"/>
        </p:scale>
        <p:origin x="2416"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833701D-4330-4EE7-9BF0-6431F8E2A69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a:extLst>
              <a:ext uri="{FF2B5EF4-FFF2-40B4-BE49-F238E27FC236}">
                <a16:creationId xmlns:a16="http://schemas.microsoft.com/office/drawing/2014/main" id="{22BCF998-A782-4C8A-8747-A2CA7D048A0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76C422E-181F-4E69-B889-4841EA1EE446}" type="datetimeFigureOut">
              <a:rPr lang="en-ID" smtClean="0"/>
              <a:t>10/09/2025</a:t>
            </a:fld>
            <a:endParaRPr lang="en-ID"/>
          </a:p>
        </p:txBody>
      </p:sp>
      <p:sp>
        <p:nvSpPr>
          <p:cNvPr id="4" name="Footer Placeholder 3">
            <a:extLst>
              <a:ext uri="{FF2B5EF4-FFF2-40B4-BE49-F238E27FC236}">
                <a16:creationId xmlns:a16="http://schemas.microsoft.com/office/drawing/2014/main" id="{D2E3B75D-11DD-4E29-B21A-3BEFD7843AD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a:extLst>
              <a:ext uri="{FF2B5EF4-FFF2-40B4-BE49-F238E27FC236}">
                <a16:creationId xmlns:a16="http://schemas.microsoft.com/office/drawing/2014/main" id="{2EF2A97F-C387-40BF-A80D-9B120372ED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41A19D-7FE1-442D-97C1-2F2B47ADDD76}" type="slidenum">
              <a:rPr lang="en-ID" smtClean="0"/>
              <a:t>‹#›</a:t>
            </a:fld>
            <a:endParaRPr lang="en-ID"/>
          </a:p>
        </p:txBody>
      </p:sp>
    </p:spTree>
    <p:extLst>
      <p:ext uri="{BB962C8B-B14F-4D97-AF65-F5344CB8AC3E}">
        <p14:creationId xmlns:p14="http://schemas.microsoft.com/office/powerpoint/2010/main" val="41867631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0B7041-6594-4BE2-8703-78B4E00C91E5}" type="datetimeFigureOut">
              <a:rPr lang="en-ID" smtClean="0"/>
              <a:t>10/09/2025</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CE837E-594B-4F0F-92F5-F20D4296AC5C}" type="slidenum">
              <a:rPr lang="en-ID" smtClean="0"/>
              <a:t>‹#›</a:t>
            </a:fld>
            <a:endParaRPr lang="en-ID"/>
          </a:p>
        </p:txBody>
      </p:sp>
    </p:spTree>
    <p:extLst>
      <p:ext uri="{BB962C8B-B14F-4D97-AF65-F5344CB8AC3E}">
        <p14:creationId xmlns:p14="http://schemas.microsoft.com/office/powerpoint/2010/main" val="2418328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8ECE837E-594B-4F0F-92F5-F20D4296AC5C}" type="slidenum">
              <a:rPr lang="en-ID" smtClean="0"/>
              <a:t>1</a:t>
            </a:fld>
            <a:endParaRPr lang="en-ID"/>
          </a:p>
        </p:txBody>
      </p:sp>
    </p:spTree>
    <p:extLst>
      <p:ext uri="{BB962C8B-B14F-4D97-AF65-F5344CB8AC3E}">
        <p14:creationId xmlns:p14="http://schemas.microsoft.com/office/powerpoint/2010/main" val="3021280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8ECE837E-594B-4F0F-92F5-F20D4296AC5C}" type="slidenum">
              <a:rPr lang="en-ID" smtClean="0"/>
              <a:t>2</a:t>
            </a:fld>
            <a:endParaRPr lang="en-ID"/>
          </a:p>
        </p:txBody>
      </p:sp>
    </p:spTree>
    <p:extLst>
      <p:ext uri="{BB962C8B-B14F-4D97-AF65-F5344CB8AC3E}">
        <p14:creationId xmlns:p14="http://schemas.microsoft.com/office/powerpoint/2010/main" val="1504511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CE837E-594B-4F0F-92F5-F20D4296AC5C}" type="slidenum">
              <a:rPr lang="en-ID" smtClean="0"/>
              <a:t>3</a:t>
            </a:fld>
            <a:endParaRPr lang="en-ID"/>
          </a:p>
        </p:txBody>
      </p:sp>
    </p:spTree>
    <p:extLst>
      <p:ext uri="{BB962C8B-B14F-4D97-AF65-F5344CB8AC3E}">
        <p14:creationId xmlns:p14="http://schemas.microsoft.com/office/powerpoint/2010/main" val="1423970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8ECE837E-594B-4F0F-92F5-F20D4296AC5C}" type="slidenum">
              <a:rPr lang="en-ID" smtClean="0"/>
              <a:t>4</a:t>
            </a:fld>
            <a:endParaRPr lang="en-ID"/>
          </a:p>
        </p:txBody>
      </p:sp>
    </p:spTree>
    <p:extLst>
      <p:ext uri="{BB962C8B-B14F-4D97-AF65-F5344CB8AC3E}">
        <p14:creationId xmlns:p14="http://schemas.microsoft.com/office/powerpoint/2010/main" val="4444005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8ECE837E-594B-4F0F-92F5-F20D4296AC5C}" type="slidenum">
              <a:rPr lang="en-ID" smtClean="0"/>
              <a:t>5</a:t>
            </a:fld>
            <a:endParaRPr lang="en-ID"/>
          </a:p>
        </p:txBody>
      </p:sp>
    </p:spTree>
    <p:extLst>
      <p:ext uri="{BB962C8B-B14F-4D97-AF65-F5344CB8AC3E}">
        <p14:creationId xmlns:p14="http://schemas.microsoft.com/office/powerpoint/2010/main" val="14927984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CE837E-594B-4F0F-92F5-F20D4296AC5C}" type="slidenum">
              <a:rPr lang="en-ID" smtClean="0"/>
              <a:t>6</a:t>
            </a:fld>
            <a:endParaRPr lang="en-ID"/>
          </a:p>
        </p:txBody>
      </p:sp>
    </p:spTree>
    <p:extLst>
      <p:ext uri="{BB962C8B-B14F-4D97-AF65-F5344CB8AC3E}">
        <p14:creationId xmlns:p14="http://schemas.microsoft.com/office/powerpoint/2010/main" val="7591289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CE837E-594B-4F0F-92F5-F20D4296AC5C}" type="slidenum">
              <a:rPr lang="en-ID" smtClean="0"/>
              <a:t>7</a:t>
            </a:fld>
            <a:endParaRPr lang="en-ID"/>
          </a:p>
        </p:txBody>
      </p:sp>
    </p:spTree>
    <p:extLst>
      <p:ext uri="{BB962C8B-B14F-4D97-AF65-F5344CB8AC3E}">
        <p14:creationId xmlns:p14="http://schemas.microsoft.com/office/powerpoint/2010/main" val="2541546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CE837E-594B-4F0F-92F5-F20D4296AC5C}" type="slidenum">
              <a:rPr lang="en-ID" smtClean="0"/>
              <a:t>8</a:t>
            </a:fld>
            <a:endParaRPr lang="en-ID"/>
          </a:p>
        </p:txBody>
      </p:sp>
    </p:spTree>
    <p:extLst>
      <p:ext uri="{BB962C8B-B14F-4D97-AF65-F5344CB8AC3E}">
        <p14:creationId xmlns:p14="http://schemas.microsoft.com/office/powerpoint/2010/main" val="10317952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CE837E-594B-4F0F-92F5-F20D4296AC5C}" type="slidenum">
              <a:rPr lang="en-ID" smtClean="0"/>
              <a:t>9</a:t>
            </a:fld>
            <a:endParaRPr lang="en-ID"/>
          </a:p>
        </p:txBody>
      </p:sp>
    </p:spTree>
    <p:extLst>
      <p:ext uri="{BB962C8B-B14F-4D97-AF65-F5344CB8AC3E}">
        <p14:creationId xmlns:p14="http://schemas.microsoft.com/office/powerpoint/2010/main" val="31911282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CE837E-594B-4F0F-92F5-F20D4296AC5C}" type="slidenum">
              <a:rPr lang="en-ID" smtClean="0"/>
              <a:t>10</a:t>
            </a:fld>
            <a:endParaRPr lang="en-ID"/>
          </a:p>
        </p:txBody>
      </p:sp>
    </p:spTree>
    <p:extLst>
      <p:ext uri="{BB962C8B-B14F-4D97-AF65-F5344CB8AC3E}">
        <p14:creationId xmlns:p14="http://schemas.microsoft.com/office/powerpoint/2010/main" val="885001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CE837E-594B-4F0F-92F5-F20D4296AC5C}" type="slidenum">
              <a:rPr lang="en-ID" smtClean="0"/>
              <a:t>11</a:t>
            </a:fld>
            <a:endParaRPr lang="en-ID"/>
          </a:p>
        </p:txBody>
      </p:sp>
    </p:spTree>
    <p:extLst>
      <p:ext uri="{BB962C8B-B14F-4D97-AF65-F5344CB8AC3E}">
        <p14:creationId xmlns:p14="http://schemas.microsoft.com/office/powerpoint/2010/main" val="3994244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CE837E-594B-4F0F-92F5-F20D4296AC5C}" type="slidenum">
              <a:rPr lang="en-ID" smtClean="0"/>
              <a:t>12</a:t>
            </a:fld>
            <a:endParaRPr lang="en-ID"/>
          </a:p>
        </p:txBody>
      </p:sp>
    </p:spTree>
    <p:extLst>
      <p:ext uri="{BB962C8B-B14F-4D97-AF65-F5344CB8AC3E}">
        <p14:creationId xmlns:p14="http://schemas.microsoft.com/office/powerpoint/2010/main" val="1609002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ECE837E-594B-4F0F-92F5-F20D4296AC5C}" type="slidenum">
              <a:rPr lang="en-ID" smtClean="0"/>
              <a:t>13</a:t>
            </a:fld>
            <a:endParaRPr lang="en-ID"/>
          </a:p>
        </p:txBody>
      </p:sp>
    </p:spTree>
    <p:extLst>
      <p:ext uri="{BB962C8B-B14F-4D97-AF65-F5344CB8AC3E}">
        <p14:creationId xmlns:p14="http://schemas.microsoft.com/office/powerpoint/2010/main" val="6987005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vmlDrawing" Target="../drawings/vmlDrawing2.v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vmlDrawing" Target="../drawings/vmlDrawing3.vml"/><Relationship Id="rId6" Type="http://schemas.openxmlformats.org/officeDocument/2006/relationships/image" Target="../media/image2.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vmlDrawing" Target="../drawings/vmlDrawing4.v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5.vml"/><Relationship Id="rId6" Type="http://schemas.openxmlformats.org/officeDocument/2006/relationships/image" Target="../media/image2.emf"/><Relationship Id="rId5" Type="http://schemas.openxmlformats.org/officeDocument/2006/relationships/oleObject" Target="../embeddings/oleObject5.bin"/><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vmlDrawing" Target="../drawings/vmlDrawing6.v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vmlDrawing" Target="../drawings/vmlDrawing7.vml"/><Relationship Id="rId6" Type="http://schemas.openxmlformats.org/officeDocument/2006/relationships/image" Target="../media/image2.emf"/><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vmlDrawing" Target="../drawings/vmlDrawing8.vml"/><Relationship Id="rId6" Type="http://schemas.openxmlformats.org/officeDocument/2006/relationships/image" Target="../media/image2.emf"/><Relationship Id="rId5" Type="http://schemas.openxmlformats.org/officeDocument/2006/relationships/oleObject" Target="../embeddings/oleObject8.bin"/><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vmlDrawing" Target="../drawings/vmlDrawing9.vml"/><Relationship Id="rId6" Type="http://schemas.openxmlformats.org/officeDocument/2006/relationships/image" Target="../media/image2.emf"/><Relationship Id="rId5" Type="http://schemas.openxmlformats.org/officeDocument/2006/relationships/oleObject" Target="../embeddings/oleObject9.bin"/><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vmlDrawing" Target="../drawings/vmlDrawing10.vml"/><Relationship Id="rId6" Type="http://schemas.openxmlformats.org/officeDocument/2006/relationships/image" Target="../media/image2.emf"/><Relationship Id="rId5" Type="http://schemas.openxmlformats.org/officeDocument/2006/relationships/oleObject" Target="../embeddings/oleObject10.bin"/><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vmlDrawing" Target="../drawings/vmlDrawing11.vml"/><Relationship Id="rId6" Type="http://schemas.openxmlformats.org/officeDocument/2006/relationships/image" Target="../media/image2.emf"/><Relationship Id="rId5" Type="http://schemas.openxmlformats.org/officeDocument/2006/relationships/oleObject" Target="../embeddings/oleObject11.bin"/><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6D4F50A-5055-49DA-BB8F-2562F5049A44}"/>
              </a:ext>
            </a:extLst>
          </p:cNvPr>
          <p:cNvGraphicFramePr>
            <a:graphicFrameLocks noChangeAspect="1"/>
          </p:cNvGraphicFramePr>
          <p:nvPr userDrawn="1">
            <p:custDataLst>
              <p:tags r:id="rId2"/>
            </p:custDataLst>
            <p:extLst>
              <p:ext uri="{D42A27DB-BD31-4B8C-83A1-F6EECF244321}">
                <p14:modId xmlns:p14="http://schemas.microsoft.com/office/powerpoint/2010/main" val="42701415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84" name="think-cell Slide" r:id="rId5" imgW="351" imgH="351" progId="TCLayout.ActiveDocument.1">
                  <p:embed/>
                </p:oleObj>
              </mc:Choice>
              <mc:Fallback>
                <p:oleObj name="think-cell Slide" r:id="rId5" imgW="351" imgH="351"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E967E64-14E7-49F0-BB62-7D7FC2D6111B}"/>
              </a:ext>
            </a:extLst>
          </p:cNvPr>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6000" b="1" i="0" baseline="0" dirty="0">
              <a:latin typeface="Segoe UI" panose="020B0502040204020203" pitchFamily="34" charset="0"/>
              <a:ea typeface="+mj-ea"/>
              <a:cs typeface="Segoe UI" panose="020B0502040204020203" pitchFamily="34" charset="0"/>
              <a:sym typeface="Segoe UI" panose="020B0502040204020203" pitchFamily="34" charset="0"/>
            </a:endParaRPr>
          </a:p>
        </p:txBody>
      </p:sp>
      <p:sp>
        <p:nvSpPr>
          <p:cNvPr id="2" name="Title 1">
            <a:extLst>
              <a:ext uri="{FF2B5EF4-FFF2-40B4-BE49-F238E27FC236}">
                <a16:creationId xmlns:a16="http://schemas.microsoft.com/office/drawing/2014/main" id="{94E2FFAA-25BE-47A2-A60E-349BE354A8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D"/>
          </a:p>
        </p:txBody>
      </p:sp>
      <p:sp>
        <p:nvSpPr>
          <p:cNvPr id="3" name="Subtitle 2">
            <a:extLst>
              <a:ext uri="{FF2B5EF4-FFF2-40B4-BE49-F238E27FC236}">
                <a16:creationId xmlns:a16="http://schemas.microsoft.com/office/drawing/2014/main" id="{993DAA34-980C-44A0-9965-D1AF72E12A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D"/>
          </a:p>
        </p:txBody>
      </p:sp>
    </p:spTree>
    <p:extLst>
      <p:ext uri="{BB962C8B-B14F-4D97-AF65-F5344CB8AC3E}">
        <p14:creationId xmlns:p14="http://schemas.microsoft.com/office/powerpoint/2010/main" val="173141430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F35AA68-F172-4A78-B889-683911552A47}"/>
              </a:ext>
            </a:extLst>
          </p:cNvPr>
          <p:cNvGraphicFramePr>
            <a:graphicFrameLocks noChangeAspect="1"/>
          </p:cNvGraphicFramePr>
          <p:nvPr userDrawn="1">
            <p:custDataLst>
              <p:tags r:id="rId2"/>
            </p:custDataLst>
            <p:extLst>
              <p:ext uri="{D42A27DB-BD31-4B8C-83A1-F6EECF244321}">
                <p14:modId xmlns:p14="http://schemas.microsoft.com/office/powerpoint/2010/main" val="16311164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108" name="think-cell Slide" r:id="rId5" imgW="351" imgH="351" progId="TCLayout.ActiveDocument.1">
                  <p:embed/>
                </p:oleObj>
              </mc:Choice>
              <mc:Fallback>
                <p:oleObj name="think-cell Slide" r:id="rId5" imgW="351" imgH="351"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0E72F155-0712-4AE2-8211-2F0289E5D928}"/>
              </a:ext>
            </a:extLst>
          </p:cNvPr>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1" i="0" baseline="0" dirty="0">
              <a:latin typeface="Segoe UI" panose="020B0502040204020203" pitchFamily="34" charset="0"/>
              <a:ea typeface="+mj-ea"/>
              <a:cs typeface="Segoe UI" panose="020B0502040204020203" pitchFamily="34" charset="0"/>
              <a:sym typeface="Segoe UI" panose="020B0502040204020203" pitchFamily="34" charset="0"/>
            </a:endParaRPr>
          </a:p>
        </p:txBody>
      </p:sp>
      <p:sp>
        <p:nvSpPr>
          <p:cNvPr id="2" name="Title 1">
            <a:extLst>
              <a:ext uri="{FF2B5EF4-FFF2-40B4-BE49-F238E27FC236}">
                <a16:creationId xmlns:a16="http://schemas.microsoft.com/office/drawing/2014/main" id="{E5943E93-BC38-4864-A0B9-1D0652470EC7}"/>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0804DEF6-B94F-4858-A2BA-F37F3A9A606E}"/>
              </a:ext>
            </a:extLst>
          </p:cNvPr>
          <p:cNvSpPr>
            <a:spLocks noGrp="1"/>
          </p:cNvSpPr>
          <p:nvPr>
            <p:ph idx="1"/>
          </p:nvPr>
        </p:nvSpPr>
        <p:spPr>
          <a:xfrm>
            <a:off x="533400" y="1825624"/>
            <a:ext cx="11125200" cy="4422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TextBox 6">
            <a:extLst>
              <a:ext uri="{FF2B5EF4-FFF2-40B4-BE49-F238E27FC236}">
                <a16:creationId xmlns:a16="http://schemas.microsoft.com/office/drawing/2014/main" id="{2881859F-6E04-4E0C-8AFF-FDA759EFDF71}"/>
              </a:ext>
            </a:extLst>
          </p:cNvPr>
          <p:cNvSpPr txBox="1"/>
          <p:nvPr userDrawn="1"/>
        </p:nvSpPr>
        <p:spPr>
          <a:xfrm>
            <a:off x="11425306" y="6484838"/>
            <a:ext cx="233294" cy="169277"/>
          </a:xfrm>
          <a:prstGeom prst="rect">
            <a:avLst/>
          </a:prstGeom>
          <a:noFill/>
        </p:spPr>
        <p:txBody>
          <a:bodyPr wrap="square" lIns="0" tIns="0" rIns="0" bIns="0" rtlCol="0" anchor="ctr">
            <a:spAutoFit/>
          </a:bodyPr>
          <a:lstStyle/>
          <a:p>
            <a:pPr algn="ctr"/>
            <a:fld id="{40876BFF-1584-4FA6-A406-00684317F9C8}" type="slidenum">
              <a:rPr lang="en-US" sz="1100" b="1" smtClean="0">
                <a:solidFill>
                  <a:schemeClr val="bg1"/>
                </a:solidFill>
                <a:latin typeface="Segoe UI" panose="020B0502040204020203" pitchFamily="34" charset="0"/>
                <a:cs typeface="Segoe UI" panose="020B0502040204020203" pitchFamily="34" charset="0"/>
              </a:rPr>
              <a:t>‹#›</a:t>
            </a:fld>
            <a:endParaRPr lang="en-US" sz="1100" b="1" dirty="0">
              <a:solidFill>
                <a:schemeClr val="bg1"/>
              </a:solidFill>
              <a:latin typeface="Segoe UI" panose="020B0502040204020203" pitchFamily="34" charset="0"/>
              <a:cs typeface="Segoe UI" panose="020B0502040204020203" pitchFamily="34" charset="0"/>
            </a:endParaRPr>
          </a:p>
        </p:txBody>
      </p:sp>
      <p:sp>
        <p:nvSpPr>
          <p:cNvPr id="8" name="TextBox 7">
            <a:extLst>
              <a:ext uri="{FF2B5EF4-FFF2-40B4-BE49-F238E27FC236}">
                <a16:creationId xmlns:a16="http://schemas.microsoft.com/office/drawing/2014/main" id="{C0FA5208-0DCA-40B3-B82C-C58053861BFF}"/>
              </a:ext>
            </a:extLst>
          </p:cNvPr>
          <p:cNvSpPr txBox="1"/>
          <p:nvPr userDrawn="1"/>
        </p:nvSpPr>
        <p:spPr>
          <a:xfrm>
            <a:off x="533400" y="6507921"/>
            <a:ext cx="1312237" cy="123111"/>
          </a:xfrm>
          <a:prstGeom prst="rect">
            <a:avLst/>
          </a:prstGeom>
          <a:noFill/>
        </p:spPr>
        <p:txBody>
          <a:bodyPr wrap="square" lIns="0" tIns="0" rIns="0" bIns="0" rtlCol="0" anchor="ctr">
            <a:spAutoFit/>
          </a:bodyPr>
          <a:lstStyle/>
          <a:p>
            <a:pPr algn="l"/>
            <a:r>
              <a:rPr lang="en-US" sz="800" b="0" dirty="0">
                <a:solidFill>
                  <a:schemeClr val="bg1"/>
                </a:solidFill>
                <a:latin typeface="Segoe UI Light" panose="020B0502040204020203" pitchFamily="34" charset="0"/>
                <a:cs typeface="Segoe UI Light" panose="020B0502040204020203" pitchFamily="34" charset="0"/>
              </a:rPr>
              <a:t>Black Background for Business</a:t>
            </a:r>
          </a:p>
        </p:txBody>
      </p:sp>
    </p:spTree>
    <p:extLst>
      <p:ext uri="{BB962C8B-B14F-4D97-AF65-F5344CB8AC3E}">
        <p14:creationId xmlns:p14="http://schemas.microsoft.com/office/powerpoint/2010/main" val="3093771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3D05BBD-75A3-45A1-A625-FA5B13A1F83F}"/>
              </a:ext>
            </a:extLst>
          </p:cNvPr>
          <p:cNvGraphicFramePr>
            <a:graphicFrameLocks noChangeAspect="1"/>
          </p:cNvGraphicFramePr>
          <p:nvPr userDrawn="1">
            <p:custDataLst>
              <p:tags r:id="rId2"/>
            </p:custDataLst>
            <p:extLst>
              <p:ext uri="{D42A27DB-BD31-4B8C-83A1-F6EECF244321}">
                <p14:modId xmlns:p14="http://schemas.microsoft.com/office/powerpoint/2010/main" val="9655264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4132" name="think-cell Slide" r:id="rId5" imgW="351" imgH="351" progId="TCLayout.ActiveDocument.1">
                  <p:embed/>
                </p:oleObj>
              </mc:Choice>
              <mc:Fallback>
                <p:oleObj name="think-cell Slide" r:id="rId5" imgW="351" imgH="351"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F088084-F7F4-4ED5-9E51-297D06415423}"/>
              </a:ext>
            </a:extLst>
          </p:cNvPr>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6000" b="1" i="0" baseline="0" dirty="0">
              <a:latin typeface="Segoe UI" panose="020B0502040204020203" pitchFamily="34" charset="0"/>
              <a:ea typeface="+mj-ea"/>
              <a:cs typeface="Segoe UI" panose="020B0502040204020203" pitchFamily="34" charset="0"/>
              <a:sym typeface="Segoe UI" panose="020B0502040204020203" pitchFamily="34" charset="0"/>
            </a:endParaRPr>
          </a:p>
        </p:txBody>
      </p:sp>
      <p:sp>
        <p:nvSpPr>
          <p:cNvPr id="2" name="Title 1">
            <a:extLst>
              <a:ext uri="{FF2B5EF4-FFF2-40B4-BE49-F238E27FC236}">
                <a16:creationId xmlns:a16="http://schemas.microsoft.com/office/drawing/2014/main" id="{7EE63D7A-540E-425A-BEF5-69BB8D40BC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2F3CBEA5-6625-4A00-B51E-8641A4AE23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991985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534F2D28-F53C-4EB4-B9CE-CDE75BBCF34F}"/>
              </a:ext>
            </a:extLst>
          </p:cNvPr>
          <p:cNvGraphicFramePr>
            <a:graphicFrameLocks noChangeAspect="1"/>
          </p:cNvGraphicFramePr>
          <p:nvPr userDrawn="1">
            <p:custDataLst>
              <p:tags r:id="rId2"/>
            </p:custDataLst>
            <p:extLst>
              <p:ext uri="{D42A27DB-BD31-4B8C-83A1-F6EECF244321}">
                <p14:modId xmlns:p14="http://schemas.microsoft.com/office/powerpoint/2010/main" val="10602305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5156" name="think-cell Slide" r:id="rId5" imgW="351" imgH="351" progId="TCLayout.ActiveDocument.1">
                  <p:embed/>
                </p:oleObj>
              </mc:Choice>
              <mc:Fallback>
                <p:oleObj name="think-cell Slide" r:id="rId5" imgW="351" imgH="351"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DF8B75C5-941E-49C8-8273-E7412CD2EFD8}"/>
              </a:ext>
            </a:extLst>
          </p:cNvPr>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1" i="0" baseline="0" dirty="0">
              <a:latin typeface="Segoe UI" panose="020B0502040204020203" pitchFamily="34" charset="0"/>
              <a:ea typeface="+mj-ea"/>
              <a:cs typeface="Segoe UI" panose="020B0502040204020203" pitchFamily="34" charset="0"/>
              <a:sym typeface="Segoe UI" panose="020B0502040204020203" pitchFamily="34" charset="0"/>
            </a:endParaRPr>
          </a:p>
        </p:txBody>
      </p:sp>
      <p:sp>
        <p:nvSpPr>
          <p:cNvPr id="2" name="Title 1">
            <a:extLst>
              <a:ext uri="{FF2B5EF4-FFF2-40B4-BE49-F238E27FC236}">
                <a16:creationId xmlns:a16="http://schemas.microsoft.com/office/drawing/2014/main" id="{0DDD00FA-CA57-4FCA-BFA6-C374C16C9DBB}"/>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FE40965A-09CA-4AA8-9C52-A5770F423454}"/>
              </a:ext>
            </a:extLst>
          </p:cNvPr>
          <p:cNvSpPr>
            <a:spLocks noGrp="1"/>
          </p:cNvSpPr>
          <p:nvPr>
            <p:ph sz="half" idx="1"/>
          </p:nvPr>
        </p:nvSpPr>
        <p:spPr>
          <a:xfrm>
            <a:off x="533400" y="1825624"/>
            <a:ext cx="5486400" cy="4422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FE9E6E0D-8C89-4C4D-B2ED-BC0A4867F963}"/>
              </a:ext>
            </a:extLst>
          </p:cNvPr>
          <p:cNvSpPr>
            <a:spLocks noGrp="1"/>
          </p:cNvSpPr>
          <p:nvPr>
            <p:ph sz="half" idx="2"/>
          </p:nvPr>
        </p:nvSpPr>
        <p:spPr>
          <a:xfrm>
            <a:off x="6172200" y="1825624"/>
            <a:ext cx="5486400" cy="4422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10" name="TextBox 9">
            <a:extLst>
              <a:ext uri="{FF2B5EF4-FFF2-40B4-BE49-F238E27FC236}">
                <a16:creationId xmlns:a16="http://schemas.microsoft.com/office/drawing/2014/main" id="{1D3C6890-E0A1-4B08-A908-C883680C3F5A}"/>
              </a:ext>
            </a:extLst>
          </p:cNvPr>
          <p:cNvSpPr txBox="1"/>
          <p:nvPr userDrawn="1"/>
        </p:nvSpPr>
        <p:spPr>
          <a:xfrm>
            <a:off x="11425306" y="6484838"/>
            <a:ext cx="233294" cy="169277"/>
          </a:xfrm>
          <a:prstGeom prst="rect">
            <a:avLst/>
          </a:prstGeom>
          <a:noFill/>
        </p:spPr>
        <p:txBody>
          <a:bodyPr wrap="square" lIns="0" tIns="0" rIns="0" bIns="0" rtlCol="0" anchor="ctr">
            <a:spAutoFit/>
          </a:bodyPr>
          <a:lstStyle/>
          <a:p>
            <a:pPr algn="ctr"/>
            <a:fld id="{40876BFF-1584-4FA6-A406-00684317F9C8}" type="slidenum">
              <a:rPr lang="en-US" sz="1100" b="1" smtClean="0">
                <a:solidFill>
                  <a:schemeClr val="bg1"/>
                </a:solidFill>
                <a:latin typeface="Segoe UI" panose="020B0502040204020203" pitchFamily="34" charset="0"/>
                <a:cs typeface="Segoe UI" panose="020B0502040204020203" pitchFamily="34" charset="0"/>
              </a:rPr>
              <a:t>‹#›</a:t>
            </a:fld>
            <a:endParaRPr lang="en-US" sz="1100" b="1" dirty="0">
              <a:solidFill>
                <a:schemeClr val="bg1"/>
              </a:solidFill>
              <a:latin typeface="Segoe UI" panose="020B0502040204020203" pitchFamily="34" charset="0"/>
              <a:cs typeface="Segoe UI" panose="020B0502040204020203" pitchFamily="34" charset="0"/>
            </a:endParaRPr>
          </a:p>
        </p:txBody>
      </p:sp>
      <p:sp>
        <p:nvSpPr>
          <p:cNvPr id="11" name="TextBox 10">
            <a:extLst>
              <a:ext uri="{FF2B5EF4-FFF2-40B4-BE49-F238E27FC236}">
                <a16:creationId xmlns:a16="http://schemas.microsoft.com/office/drawing/2014/main" id="{9E953DA1-C1C1-4EAB-B7EA-BAD3ACB4E13F}"/>
              </a:ext>
            </a:extLst>
          </p:cNvPr>
          <p:cNvSpPr txBox="1"/>
          <p:nvPr userDrawn="1"/>
        </p:nvSpPr>
        <p:spPr>
          <a:xfrm>
            <a:off x="533400" y="6507921"/>
            <a:ext cx="1312237" cy="123111"/>
          </a:xfrm>
          <a:prstGeom prst="rect">
            <a:avLst/>
          </a:prstGeom>
          <a:noFill/>
        </p:spPr>
        <p:txBody>
          <a:bodyPr wrap="square" lIns="0" tIns="0" rIns="0" bIns="0" rtlCol="0" anchor="ctr">
            <a:spAutoFit/>
          </a:bodyPr>
          <a:lstStyle/>
          <a:p>
            <a:pPr algn="l"/>
            <a:r>
              <a:rPr lang="en-US" sz="800" b="0" dirty="0">
                <a:solidFill>
                  <a:schemeClr val="bg1"/>
                </a:solidFill>
                <a:latin typeface="Segoe UI Light" panose="020B0502040204020203" pitchFamily="34" charset="0"/>
                <a:cs typeface="Segoe UI Light" panose="020B0502040204020203" pitchFamily="34" charset="0"/>
              </a:rPr>
              <a:t>Black Background for Business</a:t>
            </a:r>
          </a:p>
        </p:txBody>
      </p:sp>
    </p:spTree>
    <p:extLst>
      <p:ext uri="{BB962C8B-B14F-4D97-AF65-F5344CB8AC3E}">
        <p14:creationId xmlns:p14="http://schemas.microsoft.com/office/powerpoint/2010/main" val="3804770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BC4B0497-6A5C-424D-AAA0-E56311C705FF}"/>
              </a:ext>
            </a:extLst>
          </p:cNvPr>
          <p:cNvGraphicFramePr>
            <a:graphicFrameLocks noChangeAspect="1"/>
          </p:cNvGraphicFramePr>
          <p:nvPr userDrawn="1">
            <p:custDataLst>
              <p:tags r:id="rId2"/>
            </p:custDataLst>
            <p:extLst>
              <p:ext uri="{D42A27DB-BD31-4B8C-83A1-F6EECF244321}">
                <p14:modId xmlns:p14="http://schemas.microsoft.com/office/powerpoint/2010/main" val="31529382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180" name="think-cell Slide" r:id="rId5" imgW="351" imgH="351" progId="TCLayout.ActiveDocument.1">
                  <p:embed/>
                </p:oleObj>
              </mc:Choice>
              <mc:Fallback>
                <p:oleObj name="think-cell Slide" r:id="rId5" imgW="351" imgH="351"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99185E84-E0D0-4923-8F1C-101A943E863C}"/>
              </a:ext>
            </a:extLst>
          </p:cNvPr>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1" i="0" baseline="0" dirty="0">
              <a:latin typeface="Segoe UI" panose="020B0502040204020203" pitchFamily="34" charset="0"/>
              <a:ea typeface="+mj-ea"/>
              <a:cs typeface="Segoe UI" panose="020B0502040204020203" pitchFamily="34" charset="0"/>
              <a:sym typeface="Segoe UI" panose="020B0502040204020203" pitchFamily="34" charset="0"/>
            </a:endParaRPr>
          </a:p>
        </p:txBody>
      </p:sp>
      <p:sp>
        <p:nvSpPr>
          <p:cNvPr id="2" name="Title 1">
            <a:extLst>
              <a:ext uri="{FF2B5EF4-FFF2-40B4-BE49-F238E27FC236}">
                <a16:creationId xmlns:a16="http://schemas.microsoft.com/office/drawing/2014/main" id="{6E1BB064-2B6B-4DB3-B5F2-73FB6436F6E4}"/>
              </a:ext>
            </a:extLst>
          </p:cNvPr>
          <p:cNvSpPr>
            <a:spLocks noGrp="1"/>
          </p:cNvSpPr>
          <p:nvPr>
            <p:ph type="title"/>
          </p:nvPr>
        </p:nvSpPr>
        <p:spPr>
          <a:xfrm>
            <a:off x="533400" y="365125"/>
            <a:ext cx="11128376" cy="1325563"/>
          </a:xfrm>
        </p:spPr>
        <p:txBody>
          <a:bodyPr/>
          <a:lstStyle/>
          <a:p>
            <a:r>
              <a:rPr lang="en-US" dirty="0"/>
              <a:t>Click to edit Master title style</a:t>
            </a:r>
            <a:endParaRPr lang="en-ID" dirty="0"/>
          </a:p>
        </p:txBody>
      </p:sp>
      <p:sp>
        <p:nvSpPr>
          <p:cNvPr id="3" name="Text Placeholder 2">
            <a:extLst>
              <a:ext uri="{FF2B5EF4-FFF2-40B4-BE49-F238E27FC236}">
                <a16:creationId xmlns:a16="http://schemas.microsoft.com/office/drawing/2014/main" id="{320364BD-656F-49D4-978C-1EF0460DC833}"/>
              </a:ext>
            </a:extLst>
          </p:cNvPr>
          <p:cNvSpPr>
            <a:spLocks noGrp="1"/>
          </p:cNvSpPr>
          <p:nvPr>
            <p:ph type="body" idx="1"/>
          </p:nvPr>
        </p:nvSpPr>
        <p:spPr>
          <a:xfrm>
            <a:off x="533400" y="1681163"/>
            <a:ext cx="5464175" cy="83704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72CC1E74-B5DE-489B-8062-6F648F39AF21}"/>
              </a:ext>
            </a:extLst>
          </p:cNvPr>
          <p:cNvSpPr>
            <a:spLocks noGrp="1"/>
          </p:cNvSpPr>
          <p:nvPr>
            <p:ph sz="half" idx="2"/>
          </p:nvPr>
        </p:nvSpPr>
        <p:spPr>
          <a:xfrm>
            <a:off x="533400" y="2505074"/>
            <a:ext cx="5464175" cy="37433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5" name="Text Placeholder 4">
            <a:extLst>
              <a:ext uri="{FF2B5EF4-FFF2-40B4-BE49-F238E27FC236}">
                <a16:creationId xmlns:a16="http://schemas.microsoft.com/office/drawing/2014/main" id="{ACD74AC3-B164-43D5-8EE3-2B3FACE1F05B}"/>
              </a:ext>
            </a:extLst>
          </p:cNvPr>
          <p:cNvSpPr>
            <a:spLocks noGrp="1"/>
          </p:cNvSpPr>
          <p:nvPr>
            <p:ph type="body" sz="quarter" idx="3"/>
          </p:nvPr>
        </p:nvSpPr>
        <p:spPr>
          <a:xfrm>
            <a:off x="6172200" y="1681163"/>
            <a:ext cx="5486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59746C-CBAC-4D9D-AFCA-8ED31A88891C}"/>
              </a:ext>
            </a:extLst>
          </p:cNvPr>
          <p:cNvSpPr>
            <a:spLocks noGrp="1"/>
          </p:cNvSpPr>
          <p:nvPr>
            <p:ph sz="quarter" idx="4"/>
          </p:nvPr>
        </p:nvSpPr>
        <p:spPr>
          <a:xfrm>
            <a:off x="6172200" y="2505074"/>
            <a:ext cx="5486400" cy="37433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12" name="TextBox 11">
            <a:extLst>
              <a:ext uri="{FF2B5EF4-FFF2-40B4-BE49-F238E27FC236}">
                <a16:creationId xmlns:a16="http://schemas.microsoft.com/office/drawing/2014/main" id="{E4AF168C-8EF0-4E5D-81FF-2CA7495E2898}"/>
              </a:ext>
            </a:extLst>
          </p:cNvPr>
          <p:cNvSpPr txBox="1"/>
          <p:nvPr userDrawn="1"/>
        </p:nvSpPr>
        <p:spPr>
          <a:xfrm>
            <a:off x="11425306" y="6484838"/>
            <a:ext cx="233294" cy="169277"/>
          </a:xfrm>
          <a:prstGeom prst="rect">
            <a:avLst/>
          </a:prstGeom>
          <a:noFill/>
        </p:spPr>
        <p:txBody>
          <a:bodyPr wrap="square" lIns="0" tIns="0" rIns="0" bIns="0" rtlCol="0" anchor="ctr">
            <a:spAutoFit/>
          </a:bodyPr>
          <a:lstStyle/>
          <a:p>
            <a:pPr algn="ctr"/>
            <a:fld id="{40876BFF-1584-4FA6-A406-00684317F9C8}" type="slidenum">
              <a:rPr lang="en-US" sz="1100" b="1" smtClean="0">
                <a:solidFill>
                  <a:schemeClr val="bg1"/>
                </a:solidFill>
                <a:latin typeface="Segoe UI" panose="020B0502040204020203" pitchFamily="34" charset="0"/>
                <a:cs typeface="Segoe UI" panose="020B0502040204020203" pitchFamily="34" charset="0"/>
              </a:rPr>
              <a:t>‹#›</a:t>
            </a:fld>
            <a:endParaRPr lang="en-US" sz="1100" b="1" dirty="0">
              <a:solidFill>
                <a:schemeClr val="bg1"/>
              </a:solidFill>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D2C22806-EF4E-452C-BC54-30966B5F5F55}"/>
              </a:ext>
            </a:extLst>
          </p:cNvPr>
          <p:cNvSpPr txBox="1"/>
          <p:nvPr userDrawn="1"/>
        </p:nvSpPr>
        <p:spPr>
          <a:xfrm>
            <a:off x="533400" y="6507921"/>
            <a:ext cx="1312237" cy="123111"/>
          </a:xfrm>
          <a:prstGeom prst="rect">
            <a:avLst/>
          </a:prstGeom>
          <a:noFill/>
        </p:spPr>
        <p:txBody>
          <a:bodyPr wrap="square" lIns="0" tIns="0" rIns="0" bIns="0" rtlCol="0" anchor="ctr">
            <a:spAutoFit/>
          </a:bodyPr>
          <a:lstStyle/>
          <a:p>
            <a:pPr algn="l"/>
            <a:r>
              <a:rPr lang="en-US" sz="800" b="0" dirty="0">
                <a:solidFill>
                  <a:schemeClr val="bg1"/>
                </a:solidFill>
                <a:latin typeface="Segoe UI Light" panose="020B0502040204020203" pitchFamily="34" charset="0"/>
                <a:cs typeface="Segoe UI Light" panose="020B0502040204020203" pitchFamily="34" charset="0"/>
              </a:rPr>
              <a:t>Black Background for Business</a:t>
            </a:r>
          </a:p>
        </p:txBody>
      </p:sp>
    </p:spTree>
    <p:extLst>
      <p:ext uri="{BB962C8B-B14F-4D97-AF65-F5344CB8AC3E}">
        <p14:creationId xmlns:p14="http://schemas.microsoft.com/office/powerpoint/2010/main" val="2543528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69F89DD-CA58-45CD-90F9-4278575A1B00}"/>
              </a:ext>
            </a:extLst>
          </p:cNvPr>
          <p:cNvGraphicFramePr>
            <a:graphicFrameLocks noChangeAspect="1"/>
          </p:cNvGraphicFramePr>
          <p:nvPr userDrawn="1">
            <p:custDataLst>
              <p:tags r:id="rId2"/>
            </p:custDataLst>
            <p:extLst>
              <p:ext uri="{D42A27DB-BD31-4B8C-83A1-F6EECF244321}">
                <p14:modId xmlns:p14="http://schemas.microsoft.com/office/powerpoint/2010/main" val="5248527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7204" name="think-cell Slide" r:id="rId5" imgW="351" imgH="351" progId="TCLayout.ActiveDocument.1">
                  <p:embed/>
                </p:oleObj>
              </mc:Choice>
              <mc:Fallback>
                <p:oleObj name="think-cell Slide" r:id="rId5" imgW="351" imgH="351"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EA4E1EA-D881-409B-8C04-1257A8D74E54}"/>
              </a:ext>
            </a:extLst>
          </p:cNvPr>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1" i="0" baseline="0" dirty="0">
              <a:latin typeface="Segoe UI" panose="020B0502040204020203" pitchFamily="34" charset="0"/>
              <a:ea typeface="+mj-ea"/>
              <a:cs typeface="Segoe UI" panose="020B0502040204020203" pitchFamily="34" charset="0"/>
              <a:sym typeface="Segoe UI" panose="020B0502040204020203" pitchFamily="34" charset="0"/>
            </a:endParaRPr>
          </a:p>
        </p:txBody>
      </p:sp>
      <p:sp>
        <p:nvSpPr>
          <p:cNvPr id="2" name="Title 1">
            <a:extLst>
              <a:ext uri="{FF2B5EF4-FFF2-40B4-BE49-F238E27FC236}">
                <a16:creationId xmlns:a16="http://schemas.microsoft.com/office/drawing/2014/main" id="{0C9ADFF5-D2DF-4F4C-B84D-A9AF846D83A3}"/>
              </a:ext>
            </a:extLst>
          </p:cNvPr>
          <p:cNvSpPr>
            <a:spLocks noGrp="1"/>
          </p:cNvSpPr>
          <p:nvPr>
            <p:ph type="title"/>
          </p:nvPr>
        </p:nvSpPr>
        <p:spPr/>
        <p:txBody>
          <a:bodyPr/>
          <a:lstStyle/>
          <a:p>
            <a:r>
              <a:rPr lang="en-US"/>
              <a:t>Click to edit Master title style</a:t>
            </a:r>
            <a:endParaRPr lang="en-ID"/>
          </a:p>
        </p:txBody>
      </p:sp>
      <p:sp>
        <p:nvSpPr>
          <p:cNvPr id="8" name="TextBox 7">
            <a:extLst>
              <a:ext uri="{FF2B5EF4-FFF2-40B4-BE49-F238E27FC236}">
                <a16:creationId xmlns:a16="http://schemas.microsoft.com/office/drawing/2014/main" id="{FA239CBC-F8C8-4181-BD3C-8EF8AC61B31F}"/>
              </a:ext>
            </a:extLst>
          </p:cNvPr>
          <p:cNvSpPr txBox="1"/>
          <p:nvPr userDrawn="1"/>
        </p:nvSpPr>
        <p:spPr>
          <a:xfrm>
            <a:off x="11425306" y="6484838"/>
            <a:ext cx="233294" cy="169277"/>
          </a:xfrm>
          <a:prstGeom prst="rect">
            <a:avLst/>
          </a:prstGeom>
          <a:noFill/>
        </p:spPr>
        <p:txBody>
          <a:bodyPr wrap="square" lIns="0" tIns="0" rIns="0" bIns="0" rtlCol="0" anchor="ctr">
            <a:spAutoFit/>
          </a:bodyPr>
          <a:lstStyle/>
          <a:p>
            <a:pPr algn="ctr"/>
            <a:fld id="{40876BFF-1584-4FA6-A406-00684317F9C8}" type="slidenum">
              <a:rPr lang="en-US" sz="1100" b="1" smtClean="0">
                <a:solidFill>
                  <a:schemeClr val="bg1"/>
                </a:solidFill>
                <a:latin typeface="Segoe UI" panose="020B0502040204020203" pitchFamily="34" charset="0"/>
                <a:cs typeface="Segoe UI" panose="020B0502040204020203" pitchFamily="34" charset="0"/>
              </a:rPr>
              <a:t>‹#›</a:t>
            </a:fld>
            <a:endParaRPr lang="en-US" sz="1100" b="1" dirty="0">
              <a:solidFill>
                <a:schemeClr val="bg1"/>
              </a:solidFill>
              <a:latin typeface="Segoe UI" panose="020B0502040204020203" pitchFamily="34" charset="0"/>
              <a:cs typeface="Segoe UI" panose="020B0502040204020203" pitchFamily="34" charset="0"/>
            </a:endParaRPr>
          </a:p>
        </p:txBody>
      </p:sp>
      <p:sp>
        <p:nvSpPr>
          <p:cNvPr id="9" name="TextBox 8">
            <a:extLst>
              <a:ext uri="{FF2B5EF4-FFF2-40B4-BE49-F238E27FC236}">
                <a16:creationId xmlns:a16="http://schemas.microsoft.com/office/drawing/2014/main" id="{E658CED2-80CD-4B6D-B2E1-7B7DC14E4136}"/>
              </a:ext>
            </a:extLst>
          </p:cNvPr>
          <p:cNvSpPr txBox="1"/>
          <p:nvPr userDrawn="1"/>
        </p:nvSpPr>
        <p:spPr>
          <a:xfrm>
            <a:off x="533400" y="6507921"/>
            <a:ext cx="1312237" cy="123111"/>
          </a:xfrm>
          <a:prstGeom prst="rect">
            <a:avLst/>
          </a:prstGeom>
          <a:noFill/>
        </p:spPr>
        <p:txBody>
          <a:bodyPr wrap="square" lIns="0" tIns="0" rIns="0" bIns="0" rtlCol="0" anchor="ctr">
            <a:spAutoFit/>
          </a:bodyPr>
          <a:lstStyle/>
          <a:p>
            <a:pPr algn="l"/>
            <a:r>
              <a:rPr lang="en-US" sz="800" b="0" dirty="0">
                <a:solidFill>
                  <a:schemeClr val="bg1"/>
                </a:solidFill>
                <a:latin typeface="Segoe UI Light" panose="020B0502040204020203" pitchFamily="34" charset="0"/>
                <a:cs typeface="Segoe UI Light" panose="020B0502040204020203" pitchFamily="34" charset="0"/>
              </a:rPr>
              <a:t>Black Background for Business</a:t>
            </a:r>
          </a:p>
        </p:txBody>
      </p:sp>
    </p:spTree>
    <p:extLst>
      <p:ext uri="{BB962C8B-B14F-4D97-AF65-F5344CB8AC3E}">
        <p14:creationId xmlns:p14="http://schemas.microsoft.com/office/powerpoint/2010/main" val="3367220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7A54D6B-AD1F-4762-AC29-5F84F21768EB}"/>
              </a:ext>
            </a:extLst>
          </p:cNvPr>
          <p:cNvSpPr txBox="1"/>
          <p:nvPr userDrawn="1"/>
        </p:nvSpPr>
        <p:spPr>
          <a:xfrm>
            <a:off x="11425306" y="6484838"/>
            <a:ext cx="233294" cy="169277"/>
          </a:xfrm>
          <a:prstGeom prst="rect">
            <a:avLst/>
          </a:prstGeom>
          <a:noFill/>
        </p:spPr>
        <p:txBody>
          <a:bodyPr wrap="square" lIns="0" tIns="0" rIns="0" bIns="0" rtlCol="0" anchor="ctr">
            <a:spAutoFit/>
          </a:bodyPr>
          <a:lstStyle/>
          <a:p>
            <a:pPr algn="ctr"/>
            <a:fld id="{40876BFF-1584-4FA6-A406-00684317F9C8}" type="slidenum">
              <a:rPr lang="en-US" sz="1100" b="1" smtClean="0">
                <a:solidFill>
                  <a:schemeClr val="bg1"/>
                </a:solidFill>
                <a:latin typeface="Segoe UI" panose="020B0502040204020203" pitchFamily="34" charset="0"/>
                <a:cs typeface="Segoe UI" panose="020B0502040204020203" pitchFamily="34" charset="0"/>
              </a:rPr>
              <a:t>‹#›</a:t>
            </a:fld>
            <a:endParaRPr lang="en-US" sz="1100" b="1" dirty="0">
              <a:solidFill>
                <a:schemeClr val="bg1"/>
              </a:solidFill>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817EBF4-C2AF-4CBA-8A4F-7BDB1A77B991}"/>
              </a:ext>
            </a:extLst>
          </p:cNvPr>
          <p:cNvSpPr txBox="1"/>
          <p:nvPr userDrawn="1"/>
        </p:nvSpPr>
        <p:spPr>
          <a:xfrm>
            <a:off x="533400" y="6507921"/>
            <a:ext cx="1312237" cy="123111"/>
          </a:xfrm>
          <a:prstGeom prst="rect">
            <a:avLst/>
          </a:prstGeom>
          <a:noFill/>
        </p:spPr>
        <p:txBody>
          <a:bodyPr wrap="square" lIns="0" tIns="0" rIns="0" bIns="0" rtlCol="0" anchor="ctr">
            <a:spAutoFit/>
          </a:bodyPr>
          <a:lstStyle/>
          <a:p>
            <a:pPr algn="l"/>
            <a:r>
              <a:rPr lang="en-US" sz="800" b="0" dirty="0">
                <a:solidFill>
                  <a:schemeClr val="bg1"/>
                </a:solidFill>
                <a:latin typeface="Segoe UI Light" panose="020B0502040204020203" pitchFamily="34" charset="0"/>
                <a:cs typeface="Segoe UI Light" panose="020B0502040204020203" pitchFamily="34" charset="0"/>
              </a:rPr>
              <a:t>Black Background for Business</a:t>
            </a:r>
          </a:p>
        </p:txBody>
      </p:sp>
    </p:spTree>
    <p:extLst>
      <p:ext uri="{BB962C8B-B14F-4D97-AF65-F5344CB8AC3E}">
        <p14:creationId xmlns:p14="http://schemas.microsoft.com/office/powerpoint/2010/main" val="725188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539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C7CBAD09-A2C3-40B0-A715-021BD861983C}"/>
              </a:ext>
            </a:extLst>
          </p:cNvPr>
          <p:cNvGraphicFramePr>
            <a:graphicFrameLocks noChangeAspect="1"/>
          </p:cNvGraphicFramePr>
          <p:nvPr userDrawn="1">
            <p:custDataLst>
              <p:tags r:id="rId2"/>
            </p:custDataLst>
            <p:extLst>
              <p:ext uri="{D42A27DB-BD31-4B8C-83A1-F6EECF244321}">
                <p14:modId xmlns:p14="http://schemas.microsoft.com/office/powerpoint/2010/main" val="29167553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8228" name="think-cell Slide" r:id="rId5" imgW="351" imgH="351" progId="TCLayout.ActiveDocument.1">
                  <p:embed/>
                </p:oleObj>
              </mc:Choice>
              <mc:Fallback>
                <p:oleObj name="think-cell Slide" r:id="rId5" imgW="351" imgH="351"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72723C81-9794-4AE4-8C4E-C87F3BBF3CA4}"/>
              </a:ext>
            </a:extLst>
          </p:cNvPr>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3200" b="1" i="0" baseline="0" dirty="0">
              <a:latin typeface="Segoe UI" panose="020B0502040204020203" pitchFamily="34" charset="0"/>
              <a:ea typeface="+mj-ea"/>
              <a:cs typeface="Segoe UI" panose="020B0502040204020203" pitchFamily="34" charset="0"/>
              <a:sym typeface="Segoe UI" panose="020B0502040204020203" pitchFamily="34" charset="0"/>
            </a:endParaRPr>
          </a:p>
        </p:txBody>
      </p:sp>
      <p:sp>
        <p:nvSpPr>
          <p:cNvPr id="2" name="Title 1">
            <a:extLst>
              <a:ext uri="{FF2B5EF4-FFF2-40B4-BE49-F238E27FC236}">
                <a16:creationId xmlns:a16="http://schemas.microsoft.com/office/drawing/2014/main" id="{37B33DCC-E58D-4E90-BD32-93612EB101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EFB7CF97-5037-48C8-8243-48B5F78702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26953ED2-55B1-4F90-9569-25377B50E6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TextBox 9">
            <a:extLst>
              <a:ext uri="{FF2B5EF4-FFF2-40B4-BE49-F238E27FC236}">
                <a16:creationId xmlns:a16="http://schemas.microsoft.com/office/drawing/2014/main" id="{280FDC3B-FF54-45FD-8337-F815F6726BBD}"/>
              </a:ext>
            </a:extLst>
          </p:cNvPr>
          <p:cNvSpPr txBox="1"/>
          <p:nvPr userDrawn="1"/>
        </p:nvSpPr>
        <p:spPr>
          <a:xfrm>
            <a:off x="11425306" y="6484838"/>
            <a:ext cx="233294" cy="169277"/>
          </a:xfrm>
          <a:prstGeom prst="rect">
            <a:avLst/>
          </a:prstGeom>
          <a:noFill/>
        </p:spPr>
        <p:txBody>
          <a:bodyPr wrap="square" lIns="0" tIns="0" rIns="0" bIns="0" rtlCol="0" anchor="ctr">
            <a:spAutoFit/>
          </a:bodyPr>
          <a:lstStyle/>
          <a:p>
            <a:pPr algn="ctr"/>
            <a:fld id="{40876BFF-1584-4FA6-A406-00684317F9C8}" type="slidenum">
              <a:rPr lang="en-US" sz="1100" b="1" smtClean="0">
                <a:solidFill>
                  <a:schemeClr val="bg1"/>
                </a:solidFill>
                <a:latin typeface="Segoe UI" panose="020B0502040204020203" pitchFamily="34" charset="0"/>
                <a:cs typeface="Segoe UI" panose="020B0502040204020203" pitchFamily="34" charset="0"/>
              </a:rPr>
              <a:t>‹#›</a:t>
            </a:fld>
            <a:endParaRPr lang="en-US" sz="1100" b="1" dirty="0">
              <a:solidFill>
                <a:schemeClr val="bg1"/>
              </a:solidFill>
              <a:latin typeface="Segoe UI" panose="020B0502040204020203" pitchFamily="34" charset="0"/>
              <a:cs typeface="Segoe UI" panose="020B0502040204020203" pitchFamily="34" charset="0"/>
            </a:endParaRPr>
          </a:p>
        </p:txBody>
      </p:sp>
      <p:sp>
        <p:nvSpPr>
          <p:cNvPr id="11" name="TextBox 10">
            <a:extLst>
              <a:ext uri="{FF2B5EF4-FFF2-40B4-BE49-F238E27FC236}">
                <a16:creationId xmlns:a16="http://schemas.microsoft.com/office/drawing/2014/main" id="{5E599EE4-F619-48D1-9F18-C205B4BAD761}"/>
              </a:ext>
            </a:extLst>
          </p:cNvPr>
          <p:cNvSpPr txBox="1"/>
          <p:nvPr userDrawn="1"/>
        </p:nvSpPr>
        <p:spPr>
          <a:xfrm>
            <a:off x="533400" y="6507921"/>
            <a:ext cx="1312237" cy="123111"/>
          </a:xfrm>
          <a:prstGeom prst="rect">
            <a:avLst/>
          </a:prstGeom>
          <a:noFill/>
        </p:spPr>
        <p:txBody>
          <a:bodyPr wrap="square" lIns="0" tIns="0" rIns="0" bIns="0" rtlCol="0" anchor="ctr">
            <a:spAutoFit/>
          </a:bodyPr>
          <a:lstStyle/>
          <a:p>
            <a:pPr algn="l"/>
            <a:r>
              <a:rPr lang="en-US" sz="800" b="0" dirty="0">
                <a:solidFill>
                  <a:schemeClr val="bg1"/>
                </a:solidFill>
                <a:latin typeface="Segoe UI Light" panose="020B0502040204020203" pitchFamily="34" charset="0"/>
                <a:cs typeface="Segoe UI Light" panose="020B0502040204020203" pitchFamily="34" charset="0"/>
              </a:rPr>
              <a:t>Black Background for Business</a:t>
            </a:r>
          </a:p>
        </p:txBody>
      </p:sp>
    </p:spTree>
    <p:extLst>
      <p:ext uri="{BB962C8B-B14F-4D97-AF65-F5344CB8AC3E}">
        <p14:creationId xmlns:p14="http://schemas.microsoft.com/office/powerpoint/2010/main" val="1475451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08D9FE51-1EF0-4EE1-BFA5-121486003670}"/>
              </a:ext>
            </a:extLst>
          </p:cNvPr>
          <p:cNvGraphicFramePr>
            <a:graphicFrameLocks noChangeAspect="1"/>
          </p:cNvGraphicFramePr>
          <p:nvPr userDrawn="1">
            <p:custDataLst>
              <p:tags r:id="rId2"/>
            </p:custDataLst>
            <p:extLst>
              <p:ext uri="{D42A27DB-BD31-4B8C-83A1-F6EECF244321}">
                <p14:modId xmlns:p14="http://schemas.microsoft.com/office/powerpoint/2010/main" val="114350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9252" name="think-cell Slide" r:id="rId5" imgW="351" imgH="351" progId="TCLayout.ActiveDocument.1">
                  <p:embed/>
                </p:oleObj>
              </mc:Choice>
              <mc:Fallback>
                <p:oleObj name="think-cell Slide" r:id="rId5" imgW="351" imgH="351"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98A80063-B2A1-44A4-9477-86F03686A884}"/>
              </a:ext>
            </a:extLst>
          </p:cNvPr>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3200" b="1" i="0" baseline="0" dirty="0">
              <a:latin typeface="Segoe UI" panose="020B0502040204020203" pitchFamily="34" charset="0"/>
              <a:ea typeface="+mj-ea"/>
              <a:cs typeface="Segoe UI" panose="020B0502040204020203" pitchFamily="34" charset="0"/>
              <a:sym typeface="Segoe UI" panose="020B0502040204020203" pitchFamily="34" charset="0"/>
            </a:endParaRPr>
          </a:p>
        </p:txBody>
      </p:sp>
      <p:sp>
        <p:nvSpPr>
          <p:cNvPr id="2" name="Title 1">
            <a:extLst>
              <a:ext uri="{FF2B5EF4-FFF2-40B4-BE49-F238E27FC236}">
                <a16:creationId xmlns:a16="http://schemas.microsoft.com/office/drawing/2014/main" id="{FE03295E-5F2E-469B-B4C3-767643F280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3A84A6C5-DA12-455A-81DD-2B5C41D0E9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D"/>
          </a:p>
        </p:txBody>
      </p:sp>
      <p:sp>
        <p:nvSpPr>
          <p:cNvPr id="4" name="Text Placeholder 3">
            <a:extLst>
              <a:ext uri="{FF2B5EF4-FFF2-40B4-BE49-F238E27FC236}">
                <a16:creationId xmlns:a16="http://schemas.microsoft.com/office/drawing/2014/main" id="{A5A59A1D-8CC0-43CE-9EB7-F5DE71D0A3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TextBox 9">
            <a:extLst>
              <a:ext uri="{FF2B5EF4-FFF2-40B4-BE49-F238E27FC236}">
                <a16:creationId xmlns:a16="http://schemas.microsoft.com/office/drawing/2014/main" id="{A3427E83-516A-4461-8E80-E9AA63529918}"/>
              </a:ext>
            </a:extLst>
          </p:cNvPr>
          <p:cNvSpPr txBox="1"/>
          <p:nvPr userDrawn="1"/>
        </p:nvSpPr>
        <p:spPr>
          <a:xfrm>
            <a:off x="11425306" y="6484838"/>
            <a:ext cx="233294" cy="169277"/>
          </a:xfrm>
          <a:prstGeom prst="rect">
            <a:avLst/>
          </a:prstGeom>
          <a:noFill/>
        </p:spPr>
        <p:txBody>
          <a:bodyPr wrap="square" lIns="0" tIns="0" rIns="0" bIns="0" rtlCol="0" anchor="ctr">
            <a:spAutoFit/>
          </a:bodyPr>
          <a:lstStyle/>
          <a:p>
            <a:pPr algn="ctr"/>
            <a:fld id="{40876BFF-1584-4FA6-A406-00684317F9C8}" type="slidenum">
              <a:rPr lang="en-US" sz="1100" b="1" smtClean="0">
                <a:solidFill>
                  <a:schemeClr val="bg1"/>
                </a:solidFill>
                <a:latin typeface="Segoe UI" panose="020B0502040204020203" pitchFamily="34" charset="0"/>
                <a:cs typeface="Segoe UI" panose="020B0502040204020203" pitchFamily="34" charset="0"/>
              </a:rPr>
              <a:t>‹#›</a:t>
            </a:fld>
            <a:endParaRPr lang="en-US" sz="1100" b="1" dirty="0">
              <a:solidFill>
                <a:schemeClr val="bg1"/>
              </a:solidFill>
              <a:latin typeface="Segoe UI" panose="020B0502040204020203" pitchFamily="34" charset="0"/>
              <a:cs typeface="Segoe UI" panose="020B0502040204020203" pitchFamily="34" charset="0"/>
            </a:endParaRPr>
          </a:p>
        </p:txBody>
      </p:sp>
      <p:sp>
        <p:nvSpPr>
          <p:cNvPr id="11" name="TextBox 10">
            <a:extLst>
              <a:ext uri="{FF2B5EF4-FFF2-40B4-BE49-F238E27FC236}">
                <a16:creationId xmlns:a16="http://schemas.microsoft.com/office/drawing/2014/main" id="{6C5D77DB-23A3-4ADD-BEE5-8E632CF9FCCC}"/>
              </a:ext>
            </a:extLst>
          </p:cNvPr>
          <p:cNvSpPr txBox="1"/>
          <p:nvPr userDrawn="1"/>
        </p:nvSpPr>
        <p:spPr>
          <a:xfrm>
            <a:off x="533400" y="6507921"/>
            <a:ext cx="1312237" cy="123111"/>
          </a:xfrm>
          <a:prstGeom prst="rect">
            <a:avLst/>
          </a:prstGeom>
          <a:noFill/>
        </p:spPr>
        <p:txBody>
          <a:bodyPr wrap="square" lIns="0" tIns="0" rIns="0" bIns="0" rtlCol="0" anchor="ctr">
            <a:spAutoFit/>
          </a:bodyPr>
          <a:lstStyle/>
          <a:p>
            <a:pPr algn="l"/>
            <a:r>
              <a:rPr lang="en-US" sz="800" b="0" dirty="0">
                <a:solidFill>
                  <a:schemeClr val="bg1"/>
                </a:solidFill>
                <a:latin typeface="Segoe UI Light" panose="020B0502040204020203" pitchFamily="34" charset="0"/>
                <a:cs typeface="Segoe UI Light" panose="020B0502040204020203" pitchFamily="34" charset="0"/>
              </a:rPr>
              <a:t>Black Background for Business</a:t>
            </a:r>
          </a:p>
        </p:txBody>
      </p:sp>
    </p:spTree>
    <p:extLst>
      <p:ext uri="{BB962C8B-B14F-4D97-AF65-F5344CB8AC3E}">
        <p14:creationId xmlns:p14="http://schemas.microsoft.com/office/powerpoint/2010/main" val="1775104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01AAA21-F482-412E-A625-049E0606D673}"/>
              </a:ext>
            </a:extLst>
          </p:cNvPr>
          <p:cNvGraphicFramePr>
            <a:graphicFrameLocks noChangeAspect="1"/>
          </p:cNvGraphicFramePr>
          <p:nvPr userDrawn="1">
            <p:custDataLst>
              <p:tags r:id="rId2"/>
            </p:custDataLst>
            <p:extLst>
              <p:ext uri="{D42A27DB-BD31-4B8C-83A1-F6EECF244321}">
                <p14:modId xmlns:p14="http://schemas.microsoft.com/office/powerpoint/2010/main" val="42604717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0276" name="think-cell Slide" r:id="rId5" imgW="351" imgH="351" progId="TCLayout.ActiveDocument.1">
                  <p:embed/>
                </p:oleObj>
              </mc:Choice>
              <mc:Fallback>
                <p:oleObj name="think-cell Slide" r:id="rId5" imgW="351" imgH="351"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6F1AF5EF-56D3-45E3-AFBB-0E2A5080DB34}"/>
              </a:ext>
            </a:extLst>
          </p:cNvPr>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1" i="0" baseline="0" dirty="0">
              <a:latin typeface="Segoe UI" panose="020B0502040204020203" pitchFamily="34" charset="0"/>
              <a:ea typeface="+mj-ea"/>
              <a:cs typeface="Segoe UI" panose="020B0502040204020203" pitchFamily="34" charset="0"/>
              <a:sym typeface="Segoe UI" panose="020B0502040204020203" pitchFamily="34" charset="0"/>
            </a:endParaRPr>
          </a:p>
        </p:txBody>
      </p:sp>
      <p:sp>
        <p:nvSpPr>
          <p:cNvPr id="2" name="Title 1">
            <a:extLst>
              <a:ext uri="{FF2B5EF4-FFF2-40B4-BE49-F238E27FC236}">
                <a16:creationId xmlns:a16="http://schemas.microsoft.com/office/drawing/2014/main" id="{96C3B649-33B5-49E0-AF95-5C2F743605D6}"/>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DB1F3234-B853-4DD4-ACD3-949D5F2843AC}"/>
              </a:ext>
            </a:extLst>
          </p:cNvPr>
          <p:cNvSpPr>
            <a:spLocks noGrp="1"/>
          </p:cNvSpPr>
          <p:nvPr>
            <p:ph type="body" orient="vert" idx="1"/>
          </p:nvPr>
        </p:nvSpPr>
        <p:spPr>
          <a:xfrm>
            <a:off x="533400" y="1825624"/>
            <a:ext cx="11125200" cy="44227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TextBox 5">
            <a:extLst>
              <a:ext uri="{FF2B5EF4-FFF2-40B4-BE49-F238E27FC236}">
                <a16:creationId xmlns:a16="http://schemas.microsoft.com/office/drawing/2014/main" id="{ED108A02-98E2-4FE5-AAB5-1400BBFC8A6F}"/>
              </a:ext>
            </a:extLst>
          </p:cNvPr>
          <p:cNvSpPr txBox="1"/>
          <p:nvPr userDrawn="1"/>
        </p:nvSpPr>
        <p:spPr>
          <a:xfrm>
            <a:off x="11425306" y="6484838"/>
            <a:ext cx="233294" cy="169277"/>
          </a:xfrm>
          <a:prstGeom prst="rect">
            <a:avLst/>
          </a:prstGeom>
          <a:noFill/>
        </p:spPr>
        <p:txBody>
          <a:bodyPr wrap="square" lIns="0" tIns="0" rIns="0" bIns="0" rtlCol="0" anchor="ctr">
            <a:spAutoFit/>
          </a:bodyPr>
          <a:lstStyle/>
          <a:p>
            <a:pPr algn="ctr"/>
            <a:fld id="{40876BFF-1584-4FA6-A406-00684317F9C8}" type="slidenum">
              <a:rPr lang="en-US" sz="1100" b="1" smtClean="0">
                <a:solidFill>
                  <a:schemeClr val="bg1"/>
                </a:solidFill>
                <a:latin typeface="Segoe UI" panose="020B0502040204020203" pitchFamily="34" charset="0"/>
                <a:cs typeface="Segoe UI" panose="020B0502040204020203" pitchFamily="34" charset="0"/>
              </a:rPr>
              <a:t>‹#›</a:t>
            </a:fld>
            <a:endParaRPr lang="en-US" sz="1100" b="1" dirty="0">
              <a:solidFill>
                <a:schemeClr val="bg1"/>
              </a:solidFill>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FBB9C5FE-0FFA-468C-9824-40FB6DD999A6}"/>
              </a:ext>
            </a:extLst>
          </p:cNvPr>
          <p:cNvSpPr txBox="1"/>
          <p:nvPr userDrawn="1"/>
        </p:nvSpPr>
        <p:spPr>
          <a:xfrm>
            <a:off x="533400" y="6507921"/>
            <a:ext cx="1312237" cy="123111"/>
          </a:xfrm>
          <a:prstGeom prst="rect">
            <a:avLst/>
          </a:prstGeom>
          <a:noFill/>
        </p:spPr>
        <p:txBody>
          <a:bodyPr wrap="square" lIns="0" tIns="0" rIns="0" bIns="0" rtlCol="0" anchor="ctr">
            <a:spAutoFit/>
          </a:bodyPr>
          <a:lstStyle/>
          <a:p>
            <a:pPr algn="l"/>
            <a:r>
              <a:rPr lang="en-US" sz="800" b="0" dirty="0">
                <a:solidFill>
                  <a:schemeClr val="bg1"/>
                </a:solidFill>
                <a:latin typeface="Segoe UI Light" panose="020B0502040204020203" pitchFamily="34" charset="0"/>
                <a:cs typeface="Segoe UI Light" panose="020B0502040204020203" pitchFamily="34" charset="0"/>
              </a:rPr>
              <a:t>Black Background for Business</a:t>
            </a:r>
          </a:p>
        </p:txBody>
      </p:sp>
    </p:spTree>
    <p:extLst>
      <p:ext uri="{BB962C8B-B14F-4D97-AF65-F5344CB8AC3E}">
        <p14:creationId xmlns:p14="http://schemas.microsoft.com/office/powerpoint/2010/main" val="1833688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541B1A9E-F8FD-4983-8B3D-23700D97010C}"/>
              </a:ext>
            </a:extLst>
          </p:cNvPr>
          <p:cNvGraphicFramePr>
            <a:graphicFrameLocks noChangeAspect="1"/>
          </p:cNvGraphicFramePr>
          <p:nvPr userDrawn="1">
            <p:custDataLst>
              <p:tags r:id="rId2"/>
            </p:custDataLst>
            <p:extLst>
              <p:ext uri="{D42A27DB-BD31-4B8C-83A1-F6EECF244321}">
                <p14:modId xmlns:p14="http://schemas.microsoft.com/office/powerpoint/2010/main" val="34892271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1300" name="think-cell Slide" r:id="rId5" imgW="351" imgH="351" progId="TCLayout.ActiveDocument.1">
                  <p:embed/>
                </p:oleObj>
              </mc:Choice>
              <mc:Fallback>
                <p:oleObj name="think-cell Slide" r:id="rId5" imgW="351" imgH="351"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571763D3-5CD9-4A81-8364-B592C5D0ACEA}"/>
              </a:ext>
            </a:extLst>
          </p:cNvPr>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eaVert" wrap="none" lIns="0" tIns="0" rIns="0" bIns="0" numCol="1" spcCol="0" rtlCol="0" anchor="ctr" anchorCtr="0">
            <a:noAutofit/>
          </a:bodyPr>
          <a:lstStyle/>
          <a:p>
            <a:pPr marL="0" lvl="0" indent="0" algn="ctr"/>
            <a:endParaRPr lang="en-US" sz="4400" b="1" i="0" baseline="0" dirty="0">
              <a:latin typeface="Segoe UI" panose="020B0502040204020203" pitchFamily="34" charset="0"/>
              <a:ea typeface="+mj-ea"/>
              <a:cs typeface="Segoe UI" panose="020B0502040204020203" pitchFamily="34" charset="0"/>
              <a:sym typeface="Segoe UI" panose="020B0502040204020203" pitchFamily="34" charset="0"/>
            </a:endParaRPr>
          </a:p>
        </p:txBody>
      </p:sp>
      <p:sp>
        <p:nvSpPr>
          <p:cNvPr id="2" name="Vertical Title 1">
            <a:extLst>
              <a:ext uri="{FF2B5EF4-FFF2-40B4-BE49-F238E27FC236}">
                <a16:creationId xmlns:a16="http://schemas.microsoft.com/office/drawing/2014/main" id="{9874D309-A159-49EF-AA30-9AD12AF5DB54}"/>
              </a:ext>
            </a:extLst>
          </p:cNvPr>
          <p:cNvSpPr>
            <a:spLocks noGrp="1"/>
          </p:cNvSpPr>
          <p:nvPr>
            <p:ph type="title" orient="vert"/>
          </p:nvPr>
        </p:nvSpPr>
        <p:spPr>
          <a:xfrm>
            <a:off x="8724900" y="365124"/>
            <a:ext cx="2933700" cy="5883275"/>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BC069772-6562-4B91-92CF-F6615BFA124D}"/>
              </a:ext>
            </a:extLst>
          </p:cNvPr>
          <p:cNvSpPr>
            <a:spLocks noGrp="1"/>
          </p:cNvSpPr>
          <p:nvPr>
            <p:ph type="body" orient="vert" idx="1"/>
          </p:nvPr>
        </p:nvSpPr>
        <p:spPr>
          <a:xfrm>
            <a:off x="533400" y="365124"/>
            <a:ext cx="8039100" cy="58832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9" name="TextBox 8">
            <a:extLst>
              <a:ext uri="{FF2B5EF4-FFF2-40B4-BE49-F238E27FC236}">
                <a16:creationId xmlns:a16="http://schemas.microsoft.com/office/drawing/2014/main" id="{EAF74A31-AA1D-418D-B416-1F4772B5A2BF}"/>
              </a:ext>
            </a:extLst>
          </p:cNvPr>
          <p:cNvSpPr txBox="1"/>
          <p:nvPr userDrawn="1"/>
        </p:nvSpPr>
        <p:spPr>
          <a:xfrm>
            <a:off x="11425306" y="6484838"/>
            <a:ext cx="233294" cy="169277"/>
          </a:xfrm>
          <a:prstGeom prst="rect">
            <a:avLst/>
          </a:prstGeom>
          <a:noFill/>
        </p:spPr>
        <p:txBody>
          <a:bodyPr wrap="square" lIns="0" tIns="0" rIns="0" bIns="0" rtlCol="0" anchor="ctr">
            <a:spAutoFit/>
          </a:bodyPr>
          <a:lstStyle/>
          <a:p>
            <a:pPr algn="ctr"/>
            <a:fld id="{40876BFF-1584-4FA6-A406-00684317F9C8}" type="slidenum">
              <a:rPr lang="en-US" sz="1100" b="1" smtClean="0">
                <a:solidFill>
                  <a:schemeClr val="bg1"/>
                </a:solidFill>
                <a:latin typeface="Segoe UI" panose="020B0502040204020203" pitchFamily="34" charset="0"/>
                <a:cs typeface="Segoe UI" panose="020B0502040204020203" pitchFamily="34" charset="0"/>
              </a:rPr>
              <a:t>‹#›</a:t>
            </a:fld>
            <a:endParaRPr lang="en-US" sz="1100" b="1" dirty="0">
              <a:solidFill>
                <a:schemeClr val="bg1"/>
              </a:solidFill>
              <a:latin typeface="Segoe UI" panose="020B0502040204020203" pitchFamily="34" charset="0"/>
              <a:cs typeface="Segoe UI" panose="020B0502040204020203" pitchFamily="34" charset="0"/>
            </a:endParaRPr>
          </a:p>
        </p:txBody>
      </p:sp>
      <p:sp>
        <p:nvSpPr>
          <p:cNvPr id="10" name="TextBox 9">
            <a:extLst>
              <a:ext uri="{FF2B5EF4-FFF2-40B4-BE49-F238E27FC236}">
                <a16:creationId xmlns:a16="http://schemas.microsoft.com/office/drawing/2014/main" id="{CA53B6F7-5CF8-4631-BF78-0D404A1C35A8}"/>
              </a:ext>
            </a:extLst>
          </p:cNvPr>
          <p:cNvSpPr txBox="1"/>
          <p:nvPr userDrawn="1"/>
        </p:nvSpPr>
        <p:spPr>
          <a:xfrm>
            <a:off x="533400" y="6507921"/>
            <a:ext cx="1312237" cy="123111"/>
          </a:xfrm>
          <a:prstGeom prst="rect">
            <a:avLst/>
          </a:prstGeom>
          <a:noFill/>
        </p:spPr>
        <p:txBody>
          <a:bodyPr wrap="square" lIns="0" tIns="0" rIns="0" bIns="0" rtlCol="0" anchor="ctr">
            <a:spAutoFit/>
          </a:bodyPr>
          <a:lstStyle/>
          <a:p>
            <a:pPr algn="l"/>
            <a:r>
              <a:rPr lang="en-US" sz="800" b="0" dirty="0">
                <a:solidFill>
                  <a:schemeClr val="bg1"/>
                </a:solidFill>
                <a:latin typeface="Segoe UI Light" panose="020B0502040204020203" pitchFamily="34" charset="0"/>
                <a:cs typeface="Segoe UI Light" panose="020B0502040204020203" pitchFamily="34" charset="0"/>
              </a:rPr>
              <a:t>Black Background for Business</a:t>
            </a:r>
          </a:p>
        </p:txBody>
      </p:sp>
    </p:spTree>
    <p:extLst>
      <p:ext uri="{BB962C8B-B14F-4D97-AF65-F5344CB8AC3E}">
        <p14:creationId xmlns:p14="http://schemas.microsoft.com/office/powerpoint/2010/main" val="3947590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vmlDrawing" Target="../drawings/vmlDrawing1.v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4B6927B9-FE2F-6547-888C-BB7E7A88DDFA}"/>
              </a:ext>
            </a:extLst>
          </p:cNvPr>
          <p:cNvGraphicFramePr>
            <a:graphicFrameLocks noChangeAspect="1"/>
          </p:cNvGraphicFramePr>
          <p:nvPr userDrawn="1">
            <p:custDataLst>
              <p:tags r:id="rId15"/>
            </p:custDataLst>
            <p:extLst>
              <p:ext uri="{D42A27DB-BD31-4B8C-83A1-F6EECF244321}">
                <p14:modId xmlns:p14="http://schemas.microsoft.com/office/powerpoint/2010/main" val="348073980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60" name="think-cell Slide" r:id="rId17" imgW="7772400" imgH="10058400" progId="TCLayout.ActiveDocument.1">
                  <p:embed/>
                </p:oleObj>
              </mc:Choice>
              <mc:Fallback>
                <p:oleObj name="think-cell Slide" r:id="rId17" imgW="7772400" imgH="10058400" progId="TCLayout.ActiveDocument.1">
                  <p:embed/>
                  <p:pic>
                    <p:nvPicPr>
                      <p:cNvPr id="0" name=""/>
                      <p:cNvPicPr/>
                      <p:nvPr/>
                    </p:nvPicPr>
                    <p:blipFill>
                      <a:blip r:embed="rId18"/>
                      <a:stretch>
                        <a:fillRect/>
                      </a:stretch>
                    </p:blipFill>
                    <p:spPr>
                      <a:xfrm>
                        <a:off x="1588" y="1588"/>
                        <a:ext cx="1587"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9B02A9F1-D26D-C949-A8F3-A16AA4A7248A}"/>
              </a:ext>
            </a:extLst>
          </p:cNvPr>
          <p:cNvSpPr/>
          <p:nvPr userDrawn="1">
            <p:custDataLst>
              <p:tags r:id="rId16"/>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1" i="0" baseline="0" dirty="0">
              <a:latin typeface="Segoe UI" panose="020B0502040204020203" pitchFamily="34" charset="0"/>
              <a:ea typeface="+mj-ea"/>
              <a:cs typeface="Segoe UI" panose="020B0502040204020203" pitchFamily="34" charset="0"/>
              <a:sym typeface="Segoe UI" panose="020B0502040204020203" pitchFamily="34" charset="0"/>
            </a:endParaRPr>
          </a:p>
        </p:txBody>
      </p:sp>
      <p:sp>
        <p:nvSpPr>
          <p:cNvPr id="2" name="Title Placeholder 1">
            <a:extLst>
              <a:ext uri="{FF2B5EF4-FFF2-40B4-BE49-F238E27FC236}">
                <a16:creationId xmlns:a16="http://schemas.microsoft.com/office/drawing/2014/main" id="{21DE9C95-668D-4C97-99D8-074E1701B424}"/>
              </a:ext>
            </a:extLst>
          </p:cNvPr>
          <p:cNvSpPr>
            <a:spLocks noGrp="1"/>
          </p:cNvSpPr>
          <p:nvPr>
            <p:ph type="title"/>
          </p:nvPr>
        </p:nvSpPr>
        <p:spPr>
          <a:xfrm>
            <a:off x="533400" y="406400"/>
            <a:ext cx="11125200" cy="889000"/>
          </a:xfrm>
          <a:prstGeom prst="rect">
            <a:avLst/>
          </a:prstGeom>
        </p:spPr>
        <p:txBody>
          <a:bodyPr vert="horz" lIns="91440" tIns="45720" rIns="91440" bIns="45720" rtlCol="0" anchor="ctr">
            <a:normAutofit/>
          </a:bodyPr>
          <a:lstStyle/>
          <a:p>
            <a:r>
              <a:rPr lang="en-US" dirty="0"/>
              <a:t>Click to edit Master title style</a:t>
            </a:r>
            <a:endParaRPr lang="en-ID" dirty="0"/>
          </a:p>
        </p:txBody>
      </p:sp>
      <p:sp>
        <p:nvSpPr>
          <p:cNvPr id="3" name="Text Placeholder 2">
            <a:extLst>
              <a:ext uri="{FF2B5EF4-FFF2-40B4-BE49-F238E27FC236}">
                <a16:creationId xmlns:a16="http://schemas.microsoft.com/office/drawing/2014/main" id="{A2F9BE55-B1B7-4BDF-8E9F-D05E93906AC4}"/>
              </a:ext>
            </a:extLst>
          </p:cNvPr>
          <p:cNvSpPr>
            <a:spLocks noGrp="1"/>
          </p:cNvSpPr>
          <p:nvPr>
            <p:ph type="body" idx="1"/>
          </p:nvPr>
        </p:nvSpPr>
        <p:spPr>
          <a:xfrm>
            <a:off x="533400" y="1524000"/>
            <a:ext cx="11125200" cy="4652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Tree>
    <p:extLst>
      <p:ext uri="{BB962C8B-B14F-4D97-AF65-F5344CB8AC3E}">
        <p14:creationId xmlns:p14="http://schemas.microsoft.com/office/powerpoint/2010/main" val="28366586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b="1" kern="1200">
          <a:solidFill>
            <a:schemeClr val="bg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Segoe UI Light" panose="020B0502040204020203" pitchFamily="34" charset="0"/>
          <a:ea typeface="+mn-ea"/>
          <a:cs typeface="Segoe UI Light"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Segoe UI Light" panose="020B0502040204020203" pitchFamily="34" charset="0"/>
          <a:ea typeface="+mn-ea"/>
          <a:cs typeface="Segoe UI Light"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Segoe UI Light" panose="020B0502040204020203" pitchFamily="34" charset="0"/>
          <a:ea typeface="+mn-ea"/>
          <a:cs typeface="Segoe UI Light"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Segoe UI Light" panose="020B0502040204020203" pitchFamily="34" charset="0"/>
          <a:ea typeface="+mn-ea"/>
          <a:cs typeface="Segoe UI Light"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Segoe UI Light" panose="020B0502040204020203" pitchFamily="34" charset="0"/>
          <a:ea typeface="+mn-ea"/>
          <a:cs typeface="Segoe UI Light"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36" userDrawn="1">
          <p15:clr>
            <a:srgbClr val="F26B43"/>
          </p15:clr>
        </p15:guide>
        <p15:guide id="4" pos="7344" userDrawn="1">
          <p15:clr>
            <a:srgbClr val="F26B43"/>
          </p15:clr>
        </p15:guide>
        <p15:guide id="5" orient="horz" pos="3936" userDrawn="1">
          <p15:clr>
            <a:srgbClr val="F26B43"/>
          </p15:clr>
        </p15:guide>
        <p15:guide id="6" orient="horz" pos="960" userDrawn="1">
          <p15:clr>
            <a:srgbClr val="F26B43"/>
          </p15:clr>
        </p15:guide>
        <p15:guide id="7" orient="horz" pos="81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8.xml"/><Relationship Id="rId7" Type="http://schemas.openxmlformats.org/officeDocument/2006/relationships/image" Target="../media/image4.png"/><Relationship Id="rId2" Type="http://schemas.openxmlformats.org/officeDocument/2006/relationships/tags" Target="../tags/tag24.xml"/><Relationship Id="rId1" Type="http://schemas.openxmlformats.org/officeDocument/2006/relationships/vmlDrawing" Target="../drawings/vmlDrawing12.vml"/><Relationship Id="rId6" Type="http://schemas.openxmlformats.org/officeDocument/2006/relationships/image" Target="../media/image5.emf"/><Relationship Id="rId5" Type="http://schemas.openxmlformats.org/officeDocument/2006/relationships/oleObject" Target="../embeddings/oleObject12.bin"/><Relationship Id="rId10" Type="http://schemas.openxmlformats.org/officeDocument/2006/relationships/image" Target="../media/image8.png"/><Relationship Id="rId4" Type="http://schemas.openxmlformats.org/officeDocument/2006/relationships/notesSlide" Target="../notesSlides/notesSlide2.xml"/><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4.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slideLayout" Target="../slideLayouts/slideLayout8.xml"/><Relationship Id="rId7" Type="http://schemas.openxmlformats.org/officeDocument/2006/relationships/image" Target="../media/image4.png"/><Relationship Id="rId2" Type="http://schemas.openxmlformats.org/officeDocument/2006/relationships/tags" Target="../tags/tag25.xml"/><Relationship Id="rId1" Type="http://schemas.openxmlformats.org/officeDocument/2006/relationships/vmlDrawing" Target="../drawings/vmlDrawing13.vml"/><Relationship Id="rId6" Type="http://schemas.openxmlformats.org/officeDocument/2006/relationships/image" Target="../media/image5.emf"/><Relationship Id="rId5" Type="http://schemas.openxmlformats.org/officeDocument/2006/relationships/oleObject" Target="../embeddings/oleObject13.bin"/><Relationship Id="rId4" Type="http://schemas.openxmlformats.org/officeDocument/2006/relationships/notesSlide" Target="../notesSlides/notesSlide4.xml"/><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13.png"/><Relationship Id="rId5" Type="http://schemas.openxmlformats.org/officeDocument/2006/relationships/image" Target="../media/image4.png"/><Relationship Id="rId10" Type="http://schemas.openxmlformats.org/officeDocument/2006/relationships/image" Target="../media/image17.png"/><Relationship Id="rId4" Type="http://schemas.microsoft.com/office/2007/relationships/hdphoto" Target="../media/hdphoto2.wdp"/><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4.png"/><Relationship Id="rId5" Type="http://schemas.openxmlformats.org/officeDocument/2006/relationships/image" Target="../media/image19.png"/><Relationship Id="rId4" Type="http://schemas.microsoft.com/office/2007/relationships/hdphoto" Target="../media/hdphoto3.wdp"/></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4" Type="http://schemas.microsoft.com/office/2007/relationships/hdphoto" Target="../media/hdphoto3.wdp"/></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microsoft.com/office/2007/relationships/hdphoto" Target="../media/hdphoto3.wdp"/></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8.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microsoft.com/office/2007/relationships/hdphoto" Target="../media/hdphoto3.wdp"/></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microsoft.com/office/2007/relationships/hdphoto" Target="../media/hdphoto3.wdp"/></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4.png"/><Relationship Id="rId5" Type="http://schemas.openxmlformats.org/officeDocument/2006/relationships/image" Target="../media/image29.png"/><Relationship Id="rId4" Type="http://schemas.microsoft.com/office/2007/relationships/hdphoto" Target="../media/hdphoto3.wdp"/></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4.png"/><Relationship Id="rId4" Type="http://schemas.microsoft.com/office/2007/relationships/hdphoto" Target="../media/hdphoto3.wdp"/></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4.png"/><Relationship Id="rId4" Type="http://schemas.microsoft.com/office/2007/relationships/hdphoto" Target="../media/hdphoto3.wdp"/></Relationships>
</file>

<file path=ppt/slides/_rels/slide1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8.xml"/><Relationship Id="rId7" Type="http://schemas.microsoft.com/office/2007/relationships/hdphoto" Target="../media/hdphoto4.wdp"/><Relationship Id="rId2" Type="http://schemas.openxmlformats.org/officeDocument/2006/relationships/tags" Target="../tags/tag26.xml"/><Relationship Id="rId1" Type="http://schemas.openxmlformats.org/officeDocument/2006/relationships/vmlDrawing" Target="../drawings/vmlDrawing14.vml"/><Relationship Id="rId6" Type="http://schemas.openxmlformats.org/officeDocument/2006/relationships/image" Target="../media/image31.png"/><Relationship Id="rId5" Type="http://schemas.openxmlformats.org/officeDocument/2006/relationships/image" Target="../media/image30.emf"/><Relationship Id="rId4" Type="http://schemas.openxmlformats.org/officeDocument/2006/relationships/oleObject" Target="../embeddings/oleObject14.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A91FD46-5354-4711-AB84-994D1787912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01E89360-ABB4-4309-AC6A-E7AFD78DE4AA}"/>
              </a:ext>
            </a:extLst>
          </p:cNvPr>
          <p:cNvSpPr/>
          <p:nvPr/>
        </p:nvSpPr>
        <p:spPr>
          <a:xfrm>
            <a:off x="0" y="0"/>
            <a:ext cx="12192000" cy="6858000"/>
          </a:xfrm>
          <a:prstGeom prst="rect">
            <a:avLst/>
          </a:prstGeom>
          <a:gradFill flip="none" rotWithShape="1">
            <a:gsLst>
              <a:gs pos="24000">
                <a:schemeClr val="tx1">
                  <a:alpha val="95000"/>
                </a:schemeClr>
              </a:gs>
              <a:gs pos="100000">
                <a:schemeClr val="tx1">
                  <a:alpha val="95000"/>
                </a:schemeClr>
              </a:gs>
              <a:gs pos="68000">
                <a:schemeClr val="tx1">
                  <a:alpha val="80000"/>
                </a:schemeClr>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0" name="Straight Connector 29">
            <a:extLst>
              <a:ext uri="{FF2B5EF4-FFF2-40B4-BE49-F238E27FC236}">
                <a16:creationId xmlns:a16="http://schemas.microsoft.com/office/drawing/2014/main" id="{61F95C94-CD9B-4EC4-81BD-60FF5FD081E2}"/>
              </a:ext>
            </a:extLst>
          </p:cNvPr>
          <p:cNvCxnSpPr>
            <a:cxnSpLocks/>
          </p:cNvCxnSpPr>
          <p:nvPr/>
        </p:nvCxnSpPr>
        <p:spPr>
          <a:xfrm>
            <a:off x="11640980" y="0"/>
            <a:ext cx="0" cy="1504709"/>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C6E27A4-AF72-4091-9D5E-E9527F008877}"/>
              </a:ext>
            </a:extLst>
          </p:cNvPr>
          <p:cNvCxnSpPr>
            <a:cxnSpLocks/>
          </p:cNvCxnSpPr>
          <p:nvPr/>
        </p:nvCxnSpPr>
        <p:spPr>
          <a:xfrm>
            <a:off x="11953496" y="0"/>
            <a:ext cx="0" cy="1296365"/>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9DE2F6D3-B3DD-41BA-96A1-58FC96EAFB73}"/>
              </a:ext>
            </a:extLst>
          </p:cNvPr>
          <p:cNvSpPr/>
          <p:nvPr/>
        </p:nvSpPr>
        <p:spPr>
          <a:xfrm rot="10800000">
            <a:off x="11193534" y="5588000"/>
            <a:ext cx="777570" cy="127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9" name="Group 148">
            <a:extLst>
              <a:ext uri="{FF2B5EF4-FFF2-40B4-BE49-F238E27FC236}">
                <a16:creationId xmlns:a16="http://schemas.microsoft.com/office/drawing/2014/main" id="{462644C9-9C8E-4AFE-A619-F80F5FD46B72}"/>
              </a:ext>
            </a:extLst>
          </p:cNvPr>
          <p:cNvGrpSpPr/>
          <p:nvPr/>
        </p:nvGrpSpPr>
        <p:grpSpPr>
          <a:xfrm>
            <a:off x="-28599" y="1204816"/>
            <a:ext cx="1729654" cy="848268"/>
            <a:chOff x="233739" y="283295"/>
            <a:chExt cx="1729654" cy="848268"/>
          </a:xfrm>
          <a:gradFill>
            <a:gsLst>
              <a:gs pos="0">
                <a:schemeClr val="accent3"/>
              </a:gs>
              <a:gs pos="100000">
                <a:schemeClr val="tx1">
                  <a:alpha val="95000"/>
                </a:schemeClr>
              </a:gs>
            </a:gsLst>
            <a:lin ang="0" scaled="1"/>
          </a:gradFill>
        </p:grpSpPr>
        <p:grpSp>
          <p:nvGrpSpPr>
            <p:cNvPr id="46" name="Group 45">
              <a:extLst>
                <a:ext uri="{FF2B5EF4-FFF2-40B4-BE49-F238E27FC236}">
                  <a16:creationId xmlns:a16="http://schemas.microsoft.com/office/drawing/2014/main" id="{B3859AC4-D4A2-45D1-A4C3-188C7ADA986E}"/>
                </a:ext>
              </a:extLst>
            </p:cNvPr>
            <p:cNvGrpSpPr/>
            <p:nvPr/>
          </p:nvGrpSpPr>
          <p:grpSpPr>
            <a:xfrm rot="5400000">
              <a:off x="1055270" y="-538236"/>
              <a:ext cx="86591" cy="1729654"/>
              <a:chOff x="85292" y="59892"/>
              <a:chExt cx="86591" cy="1729654"/>
            </a:xfrm>
            <a:grpFill/>
          </p:grpSpPr>
          <p:sp>
            <p:nvSpPr>
              <p:cNvPr id="36" name="Oval 35">
                <a:extLst>
                  <a:ext uri="{FF2B5EF4-FFF2-40B4-BE49-F238E27FC236}">
                    <a16:creationId xmlns:a16="http://schemas.microsoft.com/office/drawing/2014/main" id="{82472DF2-3955-4F9A-8FF3-8669C4EB50B4}"/>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BF2C2C12-8648-4981-8DA4-97B54A73977B}"/>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3B86E2F7-5AB7-4AF0-AACB-0AE000507A79}"/>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AEB071FD-67ED-44CC-A74E-36DC6166D56F}"/>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121CC87B-44BF-4756-AA94-C29A7564D387}"/>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D4D40BE6-BE89-40AC-A48E-614235CCD497}"/>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D6592391-B50B-4CFC-B439-BE81D9502122}"/>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D631DA9-BE8D-405D-83FE-FE44F0FC05CF}"/>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8E43F86F-0BAD-457B-BD2C-2D063703B900}"/>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A99CC0BE-209C-4E61-8A50-E38DEDE23700}"/>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46">
              <a:extLst>
                <a:ext uri="{FF2B5EF4-FFF2-40B4-BE49-F238E27FC236}">
                  <a16:creationId xmlns:a16="http://schemas.microsoft.com/office/drawing/2014/main" id="{A3EBDD04-FB89-4B6E-8032-CF7D42C56318}"/>
                </a:ext>
              </a:extLst>
            </p:cNvPr>
            <p:cNvGrpSpPr/>
            <p:nvPr/>
          </p:nvGrpSpPr>
          <p:grpSpPr>
            <a:xfrm rot="5400000">
              <a:off x="1055270" y="-284344"/>
              <a:ext cx="86591" cy="1729654"/>
              <a:chOff x="85292" y="59892"/>
              <a:chExt cx="86591" cy="1729654"/>
            </a:xfrm>
            <a:grpFill/>
          </p:grpSpPr>
          <p:sp>
            <p:nvSpPr>
              <p:cNvPr id="48" name="Oval 47">
                <a:extLst>
                  <a:ext uri="{FF2B5EF4-FFF2-40B4-BE49-F238E27FC236}">
                    <a16:creationId xmlns:a16="http://schemas.microsoft.com/office/drawing/2014/main" id="{EA9CF54B-91F6-4C90-83CE-057CA0FD5399}"/>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D69B985E-5942-497F-8B8F-F6DE958B380D}"/>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B22B2E20-BD40-45AB-AE3E-11F2AD4459D4}"/>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21B39FF4-CFB7-48B8-95E1-ED5E79C3FCCA}"/>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03D4A0FA-78BD-4337-A1F1-F6D64951EAF9}"/>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5310242E-09D7-4A03-ACE1-894177649A64}"/>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FB3AE23C-04C4-4815-B1E5-02EC45663856}"/>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E212123B-C025-4B14-A4D1-1B1CD88CCF14}"/>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66AA92DD-D57E-41F8-9ED3-C7D46A5DD0B4}"/>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B5BF506D-774F-4183-BCDF-3C8BAE9373DD}"/>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27FC856C-6F95-441F-B43B-72A07BAD424F}"/>
                </a:ext>
              </a:extLst>
            </p:cNvPr>
            <p:cNvGrpSpPr/>
            <p:nvPr/>
          </p:nvGrpSpPr>
          <p:grpSpPr>
            <a:xfrm rot="5400000">
              <a:off x="1055270" y="-30452"/>
              <a:ext cx="86591" cy="1729654"/>
              <a:chOff x="85292" y="59892"/>
              <a:chExt cx="86591" cy="1729654"/>
            </a:xfrm>
            <a:grpFill/>
          </p:grpSpPr>
          <p:sp>
            <p:nvSpPr>
              <p:cNvPr id="59" name="Oval 58">
                <a:extLst>
                  <a:ext uri="{FF2B5EF4-FFF2-40B4-BE49-F238E27FC236}">
                    <a16:creationId xmlns:a16="http://schemas.microsoft.com/office/drawing/2014/main" id="{59DE27A7-E134-4FC2-A0BD-A35C114061FD}"/>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D1A62704-FAC2-4690-8695-8AD9EC0C9EA9}"/>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6664A7CA-7C97-4609-862B-07617BFBC3D5}"/>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711C49D0-BF81-4A92-B2D7-8DA1C28C3123}"/>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4C14CABE-7EAE-44AD-A454-6CA541AB56AB}"/>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8B8CDE1C-3EAF-441B-AB9E-A2DAA4B6A375}"/>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1345F873-D8B2-4B5B-9C58-72D3A2970F72}"/>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9AF3AF24-D8D6-4CF7-BEC0-8A2E83914E47}"/>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02652F8B-4A48-45DD-8230-AD8AA35BD9D7}"/>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0244E361-4F57-40CF-AEC0-CDFBE9B22B2E}"/>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9" name="Group 68">
              <a:extLst>
                <a:ext uri="{FF2B5EF4-FFF2-40B4-BE49-F238E27FC236}">
                  <a16:creationId xmlns:a16="http://schemas.microsoft.com/office/drawing/2014/main" id="{A58096A0-7EBB-4DFB-9767-A014A2022188}"/>
                </a:ext>
              </a:extLst>
            </p:cNvPr>
            <p:cNvGrpSpPr/>
            <p:nvPr/>
          </p:nvGrpSpPr>
          <p:grpSpPr>
            <a:xfrm rot="5400000">
              <a:off x="1055270" y="223441"/>
              <a:ext cx="86591" cy="1729654"/>
              <a:chOff x="85292" y="59892"/>
              <a:chExt cx="86591" cy="1729654"/>
            </a:xfrm>
            <a:grpFill/>
          </p:grpSpPr>
          <p:sp>
            <p:nvSpPr>
              <p:cNvPr id="70" name="Oval 69">
                <a:extLst>
                  <a:ext uri="{FF2B5EF4-FFF2-40B4-BE49-F238E27FC236}">
                    <a16:creationId xmlns:a16="http://schemas.microsoft.com/office/drawing/2014/main" id="{AD03C29E-4BC0-433B-9A08-521BCE5163F4}"/>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6ACB24BA-E4F3-44C9-9BA9-35925075BB69}"/>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83F2E134-B321-4E38-8AA2-EC3D2636ACE7}"/>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6010FFCD-B865-4A1A-8AD5-4D609E4CA241}"/>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63348965-EA9F-420C-A954-AE1E62AAD1C3}"/>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F204FE37-95AB-4EBD-86F1-BAF3F8F2896E}"/>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035234EF-B614-41E3-AE97-1560C5F50F70}"/>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6AF0FD01-7FB5-4D00-8F86-7356082ECB35}"/>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2D44FD7E-D672-434E-A1A6-9E9B3ADEA56D}"/>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54831087-8F0F-4455-8DC4-1F46534EC653}"/>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5" name="Rectangle 14">
            <a:extLst>
              <a:ext uri="{FF2B5EF4-FFF2-40B4-BE49-F238E27FC236}">
                <a16:creationId xmlns:a16="http://schemas.microsoft.com/office/drawing/2014/main" id="{ADA6C32D-D91D-45F6-855A-8E907D206E25}"/>
              </a:ext>
            </a:extLst>
          </p:cNvPr>
          <p:cNvSpPr/>
          <p:nvPr/>
        </p:nvSpPr>
        <p:spPr>
          <a:xfrm>
            <a:off x="0" y="2363355"/>
            <a:ext cx="4911500" cy="3071091"/>
          </a:xfrm>
          <a:prstGeom prst="rect">
            <a:avLst/>
          </a:prstGeom>
          <a:pattFill prst="ltUpDiag">
            <a:fgClr>
              <a:schemeClr val="accent6"/>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836BB663-EFFD-4102-B429-92E56D83AE14}"/>
              </a:ext>
            </a:extLst>
          </p:cNvPr>
          <p:cNvSpPr txBox="1">
            <a:spLocks/>
          </p:cNvSpPr>
          <p:nvPr/>
        </p:nvSpPr>
        <p:spPr>
          <a:xfrm>
            <a:off x="-1" y="2859509"/>
            <a:ext cx="4911499" cy="1723549"/>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tx1"/>
                </a:solidFill>
                <a:latin typeface="Georgia" panose="02040502050405020303" pitchFamily="18" charset="0"/>
                <a:ea typeface="+mj-ea"/>
                <a:cs typeface="+mj-cs"/>
              </a:defRPr>
            </a:lvl1pPr>
          </a:lstStyle>
          <a:p>
            <a:pPr algn="ctr">
              <a:lnSpc>
                <a:spcPct val="100000"/>
              </a:lnSpc>
            </a:pPr>
            <a:r>
              <a:rPr lang="en-US" sz="5400" i="1" dirty="0">
                <a:solidFill>
                  <a:schemeClr val="bg1"/>
                </a:solidFill>
                <a:latin typeface="Segoe UI" panose="020B0502040204020203" pitchFamily="34" charset="0"/>
                <a:cs typeface="Segoe UI" panose="020B0502040204020203" pitchFamily="34" charset="0"/>
              </a:rPr>
              <a:t>REPORT: </a:t>
            </a:r>
            <a:r>
              <a:rPr lang="en-US" sz="4000" b="0" i="1" dirty="0">
                <a:solidFill>
                  <a:schemeClr val="bg1"/>
                </a:solidFill>
                <a:latin typeface="Segoe UI Light" panose="020B0502040204020203" pitchFamily="34" charset="0"/>
                <a:cs typeface="Segoe UI" panose="020B0502040204020203" pitchFamily="34" charset="0"/>
              </a:rPr>
              <a:t>Competitor Analysis</a:t>
            </a:r>
            <a:br>
              <a:rPr lang="en-US" sz="4000" b="0" i="1" dirty="0">
                <a:solidFill>
                  <a:schemeClr val="bg1"/>
                </a:solidFill>
                <a:latin typeface="Segoe UI Light" panose="020B0502040204020203" pitchFamily="34" charset="0"/>
                <a:cs typeface="Segoe UI" panose="020B0502040204020203" pitchFamily="34" charset="0"/>
              </a:rPr>
            </a:br>
            <a:r>
              <a:rPr lang="en-US" sz="1400" b="0" i="1" dirty="0">
                <a:solidFill>
                  <a:schemeClr val="bg1"/>
                </a:solidFill>
                <a:latin typeface="Segoe UI Light" panose="020B0502040204020203" pitchFamily="34" charset="0"/>
                <a:cs typeface="Segoe UI" panose="020B0502040204020203" pitchFamily="34" charset="0"/>
              </a:rPr>
              <a:t>Insights from Parch and Posey</a:t>
            </a:r>
            <a:endParaRPr lang="en-US" sz="6000" b="0" i="1" dirty="0">
              <a:solidFill>
                <a:schemeClr val="bg1"/>
              </a:solidFill>
              <a:latin typeface="Segoe UI Light" panose="020B0502040204020203" pitchFamily="34" charset="0"/>
              <a:cs typeface="Segoe UI" panose="020B0502040204020203" pitchFamily="34" charset="0"/>
            </a:endParaRPr>
          </a:p>
        </p:txBody>
      </p:sp>
      <p:sp>
        <p:nvSpPr>
          <p:cNvPr id="18" name="Rectangle 17">
            <a:extLst>
              <a:ext uri="{FF2B5EF4-FFF2-40B4-BE49-F238E27FC236}">
                <a16:creationId xmlns:a16="http://schemas.microsoft.com/office/drawing/2014/main" id="{BD40C8B9-295C-453D-964F-30BBA26DF7FB}"/>
              </a:ext>
            </a:extLst>
          </p:cNvPr>
          <p:cNvSpPr/>
          <p:nvPr/>
        </p:nvSpPr>
        <p:spPr>
          <a:xfrm rot="10800000">
            <a:off x="0" y="2251470"/>
            <a:ext cx="2374900" cy="2108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114F8CA-279D-4A03-B9C9-A77B709B6FAE}"/>
              </a:ext>
            </a:extLst>
          </p:cNvPr>
          <p:cNvSpPr/>
          <p:nvPr/>
        </p:nvSpPr>
        <p:spPr>
          <a:xfrm rot="10800000">
            <a:off x="4522715" y="5079213"/>
            <a:ext cx="777570" cy="728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5" name="Group 194">
            <a:extLst>
              <a:ext uri="{FF2B5EF4-FFF2-40B4-BE49-F238E27FC236}">
                <a16:creationId xmlns:a16="http://schemas.microsoft.com/office/drawing/2014/main" id="{71C71726-7BE2-447E-B686-7A9BCC4737D5}"/>
              </a:ext>
            </a:extLst>
          </p:cNvPr>
          <p:cNvGrpSpPr/>
          <p:nvPr/>
        </p:nvGrpSpPr>
        <p:grpSpPr>
          <a:xfrm>
            <a:off x="10874570" y="4884418"/>
            <a:ext cx="1729654" cy="848268"/>
            <a:chOff x="233739" y="283295"/>
            <a:chExt cx="1729654" cy="848268"/>
          </a:xfrm>
          <a:gradFill>
            <a:gsLst>
              <a:gs pos="100000">
                <a:schemeClr val="accent3"/>
              </a:gs>
              <a:gs pos="0">
                <a:schemeClr val="tx1">
                  <a:alpha val="95000"/>
                </a:schemeClr>
              </a:gs>
            </a:gsLst>
            <a:lin ang="0" scaled="1"/>
          </a:gradFill>
        </p:grpSpPr>
        <p:grpSp>
          <p:nvGrpSpPr>
            <p:cNvPr id="196" name="Group 195">
              <a:extLst>
                <a:ext uri="{FF2B5EF4-FFF2-40B4-BE49-F238E27FC236}">
                  <a16:creationId xmlns:a16="http://schemas.microsoft.com/office/drawing/2014/main" id="{453AC8D1-9726-411A-B5BB-7D52A1853C5C}"/>
                </a:ext>
              </a:extLst>
            </p:cNvPr>
            <p:cNvGrpSpPr/>
            <p:nvPr/>
          </p:nvGrpSpPr>
          <p:grpSpPr>
            <a:xfrm rot="5400000">
              <a:off x="1055270" y="-538236"/>
              <a:ext cx="86591" cy="1729654"/>
              <a:chOff x="85292" y="59892"/>
              <a:chExt cx="86591" cy="1729654"/>
            </a:xfrm>
            <a:grpFill/>
          </p:grpSpPr>
          <p:sp>
            <p:nvSpPr>
              <p:cNvPr id="230" name="Oval 229">
                <a:extLst>
                  <a:ext uri="{FF2B5EF4-FFF2-40B4-BE49-F238E27FC236}">
                    <a16:creationId xmlns:a16="http://schemas.microsoft.com/office/drawing/2014/main" id="{EC021E79-1869-42BA-B0DE-583D629DB59B}"/>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Oval 230">
                <a:extLst>
                  <a:ext uri="{FF2B5EF4-FFF2-40B4-BE49-F238E27FC236}">
                    <a16:creationId xmlns:a16="http://schemas.microsoft.com/office/drawing/2014/main" id="{B5CD89E4-B344-47E1-B422-63D4C7899390}"/>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Oval 231">
                <a:extLst>
                  <a:ext uri="{FF2B5EF4-FFF2-40B4-BE49-F238E27FC236}">
                    <a16:creationId xmlns:a16="http://schemas.microsoft.com/office/drawing/2014/main" id="{C4FB51EF-35CF-4BF3-881A-53465BCF6A1F}"/>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Oval 232">
                <a:extLst>
                  <a:ext uri="{FF2B5EF4-FFF2-40B4-BE49-F238E27FC236}">
                    <a16:creationId xmlns:a16="http://schemas.microsoft.com/office/drawing/2014/main" id="{14438DB7-29CF-4182-86F1-903624C3B277}"/>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Oval 233">
                <a:extLst>
                  <a:ext uri="{FF2B5EF4-FFF2-40B4-BE49-F238E27FC236}">
                    <a16:creationId xmlns:a16="http://schemas.microsoft.com/office/drawing/2014/main" id="{17609B6E-48F0-4FA9-92B6-A64E87903CDA}"/>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Oval 234">
                <a:extLst>
                  <a:ext uri="{FF2B5EF4-FFF2-40B4-BE49-F238E27FC236}">
                    <a16:creationId xmlns:a16="http://schemas.microsoft.com/office/drawing/2014/main" id="{C472732E-B529-4A93-83D6-5ABE399B219F}"/>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Oval 235">
                <a:extLst>
                  <a:ext uri="{FF2B5EF4-FFF2-40B4-BE49-F238E27FC236}">
                    <a16:creationId xmlns:a16="http://schemas.microsoft.com/office/drawing/2014/main" id="{249E6F4D-5972-4F1D-9AF5-9CBEB167221A}"/>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Oval 236">
                <a:extLst>
                  <a:ext uri="{FF2B5EF4-FFF2-40B4-BE49-F238E27FC236}">
                    <a16:creationId xmlns:a16="http://schemas.microsoft.com/office/drawing/2014/main" id="{DDB655B8-ADC0-4DDD-82B6-51EB75B79C4C}"/>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Oval 237">
                <a:extLst>
                  <a:ext uri="{FF2B5EF4-FFF2-40B4-BE49-F238E27FC236}">
                    <a16:creationId xmlns:a16="http://schemas.microsoft.com/office/drawing/2014/main" id="{D1AFCDA8-4F96-400D-A416-AB45C3528FAB}"/>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Oval 238">
                <a:extLst>
                  <a:ext uri="{FF2B5EF4-FFF2-40B4-BE49-F238E27FC236}">
                    <a16:creationId xmlns:a16="http://schemas.microsoft.com/office/drawing/2014/main" id="{3A95CF27-02E1-46EE-90FA-D207AEBF398D}"/>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7" name="Group 196">
              <a:extLst>
                <a:ext uri="{FF2B5EF4-FFF2-40B4-BE49-F238E27FC236}">
                  <a16:creationId xmlns:a16="http://schemas.microsoft.com/office/drawing/2014/main" id="{E8E73E80-F1CE-4B10-8683-B9EEE584E91E}"/>
                </a:ext>
              </a:extLst>
            </p:cNvPr>
            <p:cNvGrpSpPr/>
            <p:nvPr/>
          </p:nvGrpSpPr>
          <p:grpSpPr>
            <a:xfrm rot="5400000">
              <a:off x="1055270" y="-284344"/>
              <a:ext cx="86591" cy="1729654"/>
              <a:chOff x="85292" y="59892"/>
              <a:chExt cx="86591" cy="1729654"/>
            </a:xfrm>
            <a:grpFill/>
          </p:grpSpPr>
          <p:sp>
            <p:nvSpPr>
              <p:cNvPr id="220" name="Oval 219">
                <a:extLst>
                  <a:ext uri="{FF2B5EF4-FFF2-40B4-BE49-F238E27FC236}">
                    <a16:creationId xmlns:a16="http://schemas.microsoft.com/office/drawing/2014/main" id="{F06F281B-03C7-4DFD-8FBA-FC487D6F73B0}"/>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Oval 220">
                <a:extLst>
                  <a:ext uri="{FF2B5EF4-FFF2-40B4-BE49-F238E27FC236}">
                    <a16:creationId xmlns:a16="http://schemas.microsoft.com/office/drawing/2014/main" id="{42A28A2D-9F81-48E7-BD9F-BC28A382805B}"/>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Oval 221">
                <a:extLst>
                  <a:ext uri="{FF2B5EF4-FFF2-40B4-BE49-F238E27FC236}">
                    <a16:creationId xmlns:a16="http://schemas.microsoft.com/office/drawing/2014/main" id="{E16AE97F-353E-4BEE-A547-C5ED19F5E5E2}"/>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Oval 222">
                <a:extLst>
                  <a:ext uri="{FF2B5EF4-FFF2-40B4-BE49-F238E27FC236}">
                    <a16:creationId xmlns:a16="http://schemas.microsoft.com/office/drawing/2014/main" id="{B1F42D5A-4219-4099-A3DA-BCEB22117F3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Oval 223">
                <a:extLst>
                  <a:ext uri="{FF2B5EF4-FFF2-40B4-BE49-F238E27FC236}">
                    <a16:creationId xmlns:a16="http://schemas.microsoft.com/office/drawing/2014/main" id="{DA1B87EB-5F13-43C6-B56C-7C5963FFDA9E}"/>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Oval 224">
                <a:extLst>
                  <a:ext uri="{FF2B5EF4-FFF2-40B4-BE49-F238E27FC236}">
                    <a16:creationId xmlns:a16="http://schemas.microsoft.com/office/drawing/2014/main" id="{8D8BB05C-800B-49F9-A92A-812B065F135A}"/>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Oval 225">
                <a:extLst>
                  <a:ext uri="{FF2B5EF4-FFF2-40B4-BE49-F238E27FC236}">
                    <a16:creationId xmlns:a16="http://schemas.microsoft.com/office/drawing/2014/main" id="{764A4D89-70BA-4AFB-A01E-3F912CC667F5}"/>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Oval 226">
                <a:extLst>
                  <a:ext uri="{FF2B5EF4-FFF2-40B4-BE49-F238E27FC236}">
                    <a16:creationId xmlns:a16="http://schemas.microsoft.com/office/drawing/2014/main" id="{7EF3500F-C8C1-4BEE-ACCA-0695D6593A98}"/>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Oval 227">
                <a:extLst>
                  <a:ext uri="{FF2B5EF4-FFF2-40B4-BE49-F238E27FC236}">
                    <a16:creationId xmlns:a16="http://schemas.microsoft.com/office/drawing/2014/main" id="{490171FB-02C0-4426-A789-8B337ECCCA9F}"/>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Oval 228">
                <a:extLst>
                  <a:ext uri="{FF2B5EF4-FFF2-40B4-BE49-F238E27FC236}">
                    <a16:creationId xmlns:a16="http://schemas.microsoft.com/office/drawing/2014/main" id="{E701BAEB-1ADB-4C9D-A84D-E29BB04D6B87}"/>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8" name="Group 197">
              <a:extLst>
                <a:ext uri="{FF2B5EF4-FFF2-40B4-BE49-F238E27FC236}">
                  <a16:creationId xmlns:a16="http://schemas.microsoft.com/office/drawing/2014/main" id="{D32C1DA0-D80D-4AC7-925B-9C6FFA02994C}"/>
                </a:ext>
              </a:extLst>
            </p:cNvPr>
            <p:cNvGrpSpPr/>
            <p:nvPr/>
          </p:nvGrpSpPr>
          <p:grpSpPr>
            <a:xfrm rot="5400000">
              <a:off x="1055270" y="-30452"/>
              <a:ext cx="86591" cy="1729654"/>
              <a:chOff x="85292" y="59892"/>
              <a:chExt cx="86591" cy="1729654"/>
            </a:xfrm>
            <a:grpFill/>
          </p:grpSpPr>
          <p:sp>
            <p:nvSpPr>
              <p:cNvPr id="210" name="Oval 209">
                <a:extLst>
                  <a:ext uri="{FF2B5EF4-FFF2-40B4-BE49-F238E27FC236}">
                    <a16:creationId xmlns:a16="http://schemas.microsoft.com/office/drawing/2014/main" id="{0530131A-CFE9-4870-8643-33BC29394E7E}"/>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Oval 210">
                <a:extLst>
                  <a:ext uri="{FF2B5EF4-FFF2-40B4-BE49-F238E27FC236}">
                    <a16:creationId xmlns:a16="http://schemas.microsoft.com/office/drawing/2014/main" id="{A21BA44F-5F26-402E-BE00-829C0684AF02}"/>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Oval 211">
                <a:extLst>
                  <a:ext uri="{FF2B5EF4-FFF2-40B4-BE49-F238E27FC236}">
                    <a16:creationId xmlns:a16="http://schemas.microsoft.com/office/drawing/2014/main" id="{4F7CB3E8-7BC6-4980-90CE-D1CFCA4FF48A}"/>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Oval 212">
                <a:extLst>
                  <a:ext uri="{FF2B5EF4-FFF2-40B4-BE49-F238E27FC236}">
                    <a16:creationId xmlns:a16="http://schemas.microsoft.com/office/drawing/2014/main" id="{D93C76E9-6A8A-45CD-BD51-F9DFD310A6A2}"/>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Oval 213">
                <a:extLst>
                  <a:ext uri="{FF2B5EF4-FFF2-40B4-BE49-F238E27FC236}">
                    <a16:creationId xmlns:a16="http://schemas.microsoft.com/office/drawing/2014/main" id="{75AADEDA-5EA5-47E4-A057-F3B9EA45768E}"/>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Oval 214">
                <a:extLst>
                  <a:ext uri="{FF2B5EF4-FFF2-40B4-BE49-F238E27FC236}">
                    <a16:creationId xmlns:a16="http://schemas.microsoft.com/office/drawing/2014/main" id="{BC4B8F62-17B4-40E8-A2A5-0BDEA97D5139}"/>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Oval 215">
                <a:extLst>
                  <a:ext uri="{FF2B5EF4-FFF2-40B4-BE49-F238E27FC236}">
                    <a16:creationId xmlns:a16="http://schemas.microsoft.com/office/drawing/2014/main" id="{96C30A71-70C4-416A-96B5-C9BEF288A063}"/>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Oval 216">
                <a:extLst>
                  <a:ext uri="{FF2B5EF4-FFF2-40B4-BE49-F238E27FC236}">
                    <a16:creationId xmlns:a16="http://schemas.microsoft.com/office/drawing/2014/main" id="{EF9E255F-282F-46A3-B4A8-7E3E5E1BC7D4}"/>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Oval 217">
                <a:extLst>
                  <a:ext uri="{FF2B5EF4-FFF2-40B4-BE49-F238E27FC236}">
                    <a16:creationId xmlns:a16="http://schemas.microsoft.com/office/drawing/2014/main" id="{A1B31A61-A17A-469B-ABF0-AEB36EB05977}"/>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Oval 218">
                <a:extLst>
                  <a:ext uri="{FF2B5EF4-FFF2-40B4-BE49-F238E27FC236}">
                    <a16:creationId xmlns:a16="http://schemas.microsoft.com/office/drawing/2014/main" id="{39AF114E-0BD4-48A0-BD21-FC9B0257269A}"/>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9" name="Group 198">
              <a:extLst>
                <a:ext uri="{FF2B5EF4-FFF2-40B4-BE49-F238E27FC236}">
                  <a16:creationId xmlns:a16="http://schemas.microsoft.com/office/drawing/2014/main" id="{F973D475-3B88-4221-AB26-781CB015A183}"/>
                </a:ext>
              </a:extLst>
            </p:cNvPr>
            <p:cNvGrpSpPr/>
            <p:nvPr/>
          </p:nvGrpSpPr>
          <p:grpSpPr>
            <a:xfrm rot="5400000">
              <a:off x="1055270" y="223441"/>
              <a:ext cx="86591" cy="1729654"/>
              <a:chOff x="85292" y="59892"/>
              <a:chExt cx="86591" cy="1729654"/>
            </a:xfrm>
            <a:grpFill/>
          </p:grpSpPr>
          <p:sp>
            <p:nvSpPr>
              <p:cNvPr id="200" name="Oval 199">
                <a:extLst>
                  <a:ext uri="{FF2B5EF4-FFF2-40B4-BE49-F238E27FC236}">
                    <a16:creationId xmlns:a16="http://schemas.microsoft.com/office/drawing/2014/main" id="{75E12B52-8781-4DEB-90A5-8438F6106BBB}"/>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Oval 200">
                <a:extLst>
                  <a:ext uri="{FF2B5EF4-FFF2-40B4-BE49-F238E27FC236}">
                    <a16:creationId xmlns:a16="http://schemas.microsoft.com/office/drawing/2014/main" id="{C717E4F3-5AD7-40F8-ACA7-493A433EAA51}"/>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Oval 201">
                <a:extLst>
                  <a:ext uri="{FF2B5EF4-FFF2-40B4-BE49-F238E27FC236}">
                    <a16:creationId xmlns:a16="http://schemas.microsoft.com/office/drawing/2014/main" id="{9A5329BB-3A93-4C7B-8791-73486946846C}"/>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Oval 202">
                <a:extLst>
                  <a:ext uri="{FF2B5EF4-FFF2-40B4-BE49-F238E27FC236}">
                    <a16:creationId xmlns:a16="http://schemas.microsoft.com/office/drawing/2014/main" id="{94165604-DBB5-4B8A-9E85-3A22183FAB36}"/>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Oval 203">
                <a:extLst>
                  <a:ext uri="{FF2B5EF4-FFF2-40B4-BE49-F238E27FC236}">
                    <a16:creationId xmlns:a16="http://schemas.microsoft.com/office/drawing/2014/main" id="{61BF02F9-DCDA-44D9-A5D3-99747F1F4092}"/>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Oval 204">
                <a:extLst>
                  <a:ext uri="{FF2B5EF4-FFF2-40B4-BE49-F238E27FC236}">
                    <a16:creationId xmlns:a16="http://schemas.microsoft.com/office/drawing/2014/main" id="{201D8996-5F0C-4F73-89A1-E5BA7D3C2429}"/>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Oval 205">
                <a:extLst>
                  <a:ext uri="{FF2B5EF4-FFF2-40B4-BE49-F238E27FC236}">
                    <a16:creationId xmlns:a16="http://schemas.microsoft.com/office/drawing/2014/main" id="{D3B58AD7-F7C4-4F3A-975C-077050BF6D85}"/>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Oval 206">
                <a:extLst>
                  <a:ext uri="{FF2B5EF4-FFF2-40B4-BE49-F238E27FC236}">
                    <a16:creationId xmlns:a16="http://schemas.microsoft.com/office/drawing/2014/main" id="{18BAF9FB-B0CA-49F1-9D1F-FD8A8DFDA634}"/>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Oval 207">
                <a:extLst>
                  <a:ext uri="{FF2B5EF4-FFF2-40B4-BE49-F238E27FC236}">
                    <a16:creationId xmlns:a16="http://schemas.microsoft.com/office/drawing/2014/main" id="{14C9B3B5-1C0F-4D0C-9055-2BF9B0D25C75}"/>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Oval 208">
                <a:extLst>
                  <a:ext uri="{FF2B5EF4-FFF2-40B4-BE49-F238E27FC236}">
                    <a16:creationId xmlns:a16="http://schemas.microsoft.com/office/drawing/2014/main" id="{4BC0DB86-654B-4DC7-A0AE-A75968E16CC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cxnSp>
        <p:nvCxnSpPr>
          <p:cNvPr id="27" name="Straight Connector 26">
            <a:extLst>
              <a:ext uri="{FF2B5EF4-FFF2-40B4-BE49-F238E27FC236}">
                <a16:creationId xmlns:a16="http://schemas.microsoft.com/office/drawing/2014/main" id="{813ECB4B-570D-477D-8055-BB9516A3D3AF}"/>
              </a:ext>
            </a:extLst>
          </p:cNvPr>
          <p:cNvCxnSpPr>
            <a:cxnSpLocks/>
          </p:cNvCxnSpPr>
          <p:nvPr/>
        </p:nvCxnSpPr>
        <p:spPr>
          <a:xfrm>
            <a:off x="11259016" y="0"/>
            <a:ext cx="0" cy="528963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1C55B3A9-23D8-48B8-9D78-42B6CD8B5FD1}"/>
              </a:ext>
            </a:extLst>
          </p:cNvPr>
          <p:cNvSpPr txBox="1"/>
          <p:nvPr/>
        </p:nvSpPr>
        <p:spPr>
          <a:xfrm>
            <a:off x="9416774" y="6488668"/>
            <a:ext cx="2915591" cy="369332"/>
          </a:xfrm>
          <a:prstGeom prst="rect">
            <a:avLst/>
          </a:prstGeom>
          <a:noFill/>
        </p:spPr>
        <p:txBody>
          <a:bodyPr wrap="square">
            <a:spAutoFit/>
          </a:bodyPr>
          <a:lstStyle/>
          <a:p>
            <a:r>
              <a:rPr lang="en-US" sz="1800" b="0" i="1" dirty="0">
                <a:solidFill>
                  <a:schemeClr val="bg1"/>
                </a:solidFill>
                <a:latin typeface="Segoe UI Light" panose="020B0502040204020203" pitchFamily="34" charset="0"/>
                <a:cs typeface="Segoe UI" panose="020B0502040204020203" pitchFamily="34" charset="0"/>
              </a:rPr>
              <a:t>Oluwagbemiga Adegboyega</a:t>
            </a:r>
            <a:endParaRPr lang="en-US" dirty="0"/>
          </a:p>
        </p:txBody>
      </p:sp>
      <p:pic>
        <p:nvPicPr>
          <p:cNvPr id="114" name="Image 8">
            <a:extLst>
              <a:ext uri="{FF2B5EF4-FFF2-40B4-BE49-F238E27FC236}">
                <a16:creationId xmlns:a16="http://schemas.microsoft.com/office/drawing/2014/main" id="{F39A35EB-DAF8-4FFE-A20D-DBF5ABCE98B6}"/>
              </a:ext>
            </a:extLst>
          </p:cNvPr>
          <p:cNvPicPr/>
          <p:nvPr/>
        </p:nvPicPr>
        <p:blipFill>
          <a:blip r:embed="rId4" cstate="print"/>
          <a:stretch>
            <a:fillRect/>
          </a:stretch>
        </p:blipFill>
        <p:spPr>
          <a:xfrm>
            <a:off x="145939" y="142792"/>
            <a:ext cx="1189990" cy="380365"/>
          </a:xfrm>
          <a:prstGeom prst="rect">
            <a:avLst/>
          </a:prstGeom>
        </p:spPr>
      </p:pic>
    </p:spTree>
    <p:extLst>
      <p:ext uri="{BB962C8B-B14F-4D97-AF65-F5344CB8AC3E}">
        <p14:creationId xmlns:p14="http://schemas.microsoft.com/office/powerpoint/2010/main" val="1017828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7101138B-5CB1-9447-B76A-C3569D7861DA}"/>
              </a:ext>
            </a:extLst>
          </p:cNvPr>
          <p:cNvGraphicFramePr>
            <a:graphicFrameLocks noChangeAspect="1"/>
          </p:cNvGraphicFramePr>
          <p:nvPr>
            <p:custDataLst>
              <p:tags r:id="rId2"/>
            </p:custDataLst>
            <p:extLst>
              <p:ext uri="{D42A27DB-BD31-4B8C-83A1-F6EECF244321}">
                <p14:modId xmlns:p14="http://schemas.microsoft.com/office/powerpoint/2010/main" val="163114479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79"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43" name="Freeform 42">
            <a:extLst>
              <a:ext uri="{FF2B5EF4-FFF2-40B4-BE49-F238E27FC236}">
                <a16:creationId xmlns:a16="http://schemas.microsoft.com/office/drawing/2014/main" id="{F9AE8D5E-A2B6-B441-81C1-AD1098C6A36C}"/>
              </a:ext>
            </a:extLst>
          </p:cNvPr>
          <p:cNvSpPr/>
          <p:nvPr/>
        </p:nvSpPr>
        <p:spPr>
          <a:xfrm>
            <a:off x="-3" y="332974"/>
            <a:ext cx="12192000" cy="6858000"/>
          </a:xfrm>
          <a:custGeom>
            <a:avLst/>
            <a:gdLst>
              <a:gd name="connsiteX0" fmla="*/ 0 w 12192000"/>
              <a:gd name="connsiteY0" fmla="*/ 0 h 6858000"/>
              <a:gd name="connsiteX1" fmla="*/ 12192000 w 12192000"/>
              <a:gd name="connsiteY1" fmla="*/ 0 h 6858000"/>
              <a:gd name="connsiteX2" fmla="*/ 12192000 w 12192000"/>
              <a:gd name="connsiteY2" fmla="*/ 1663699 h 6858000"/>
              <a:gd name="connsiteX3" fmla="*/ 7188201 w 12192000"/>
              <a:gd name="connsiteY3" fmla="*/ 6667499 h 6858000"/>
              <a:gd name="connsiteX4" fmla="*/ 7193018 w 12192000"/>
              <a:gd name="connsiteY4" fmla="*/ 6858000 h 6858000"/>
              <a:gd name="connsiteX5" fmla="*/ 0 w 12192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0"/>
                </a:moveTo>
                <a:lnTo>
                  <a:pt x="12192000" y="0"/>
                </a:lnTo>
                <a:lnTo>
                  <a:pt x="12192000" y="1663699"/>
                </a:lnTo>
                <a:cubicBezTo>
                  <a:pt x="9428478" y="1663699"/>
                  <a:pt x="7188201" y="3903977"/>
                  <a:pt x="7188201" y="6667499"/>
                </a:cubicBezTo>
                <a:lnTo>
                  <a:pt x="7193018" y="6858000"/>
                </a:lnTo>
                <a:lnTo>
                  <a:pt x="0" y="6858000"/>
                </a:lnTo>
                <a:close/>
              </a:path>
            </a:pathLst>
          </a:custGeom>
          <a:gradFill flip="none" rotWithShape="1">
            <a:gsLst>
              <a:gs pos="0">
                <a:schemeClr val="tx1">
                  <a:alpha val="93000"/>
                </a:schemeClr>
              </a:gs>
              <a:gs pos="100000">
                <a:schemeClr val="tx1">
                  <a:alpha val="95000"/>
                </a:schemeClr>
              </a:gs>
              <a:gs pos="49000">
                <a:schemeClr val="tx1">
                  <a:alpha val="7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B332C908-8DF8-774B-AAB8-F56DF4093155}"/>
              </a:ext>
            </a:extLst>
          </p:cNvPr>
          <p:cNvSpPr/>
          <p:nvPr/>
        </p:nvSpPr>
        <p:spPr>
          <a:xfrm>
            <a:off x="7188202" y="1663700"/>
            <a:ext cx="5003799" cy="5194301"/>
          </a:xfrm>
          <a:custGeom>
            <a:avLst/>
            <a:gdLst>
              <a:gd name="connsiteX0" fmla="*/ 5003799 w 5003799"/>
              <a:gd name="connsiteY0" fmla="*/ 0 h 5194301"/>
              <a:gd name="connsiteX1" fmla="*/ 5003799 w 5003799"/>
              <a:gd name="connsiteY1" fmla="*/ 5194301 h 5194301"/>
              <a:gd name="connsiteX2" fmla="*/ 5003798 w 5003799"/>
              <a:gd name="connsiteY2" fmla="*/ 5194301 h 5194301"/>
              <a:gd name="connsiteX3" fmla="*/ 5003798 w 5003799"/>
              <a:gd name="connsiteY3" fmla="*/ 1948181 h 5194301"/>
              <a:gd name="connsiteX4" fmla="*/ 1757678 w 5003799"/>
              <a:gd name="connsiteY4" fmla="*/ 5194301 h 5194301"/>
              <a:gd name="connsiteX5" fmla="*/ 4817 w 5003799"/>
              <a:gd name="connsiteY5" fmla="*/ 5194301 h 5194301"/>
              <a:gd name="connsiteX6" fmla="*/ 0 w 5003799"/>
              <a:gd name="connsiteY6" fmla="*/ 5003800 h 5194301"/>
              <a:gd name="connsiteX7" fmla="*/ 5003799 w 5003799"/>
              <a:gd name="connsiteY7" fmla="*/ 0 h 5194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3799" h="5194301">
                <a:moveTo>
                  <a:pt x="5003799" y="0"/>
                </a:moveTo>
                <a:lnTo>
                  <a:pt x="5003799" y="5194301"/>
                </a:lnTo>
                <a:lnTo>
                  <a:pt x="5003798" y="5194301"/>
                </a:lnTo>
                <a:lnTo>
                  <a:pt x="5003798" y="1948181"/>
                </a:lnTo>
                <a:cubicBezTo>
                  <a:pt x="3211015" y="1948181"/>
                  <a:pt x="1757678" y="3401518"/>
                  <a:pt x="1757678" y="5194301"/>
                </a:cubicBezTo>
                <a:lnTo>
                  <a:pt x="4817" y="5194301"/>
                </a:lnTo>
                <a:lnTo>
                  <a:pt x="0" y="5003800"/>
                </a:lnTo>
                <a:cubicBezTo>
                  <a:pt x="0" y="2240278"/>
                  <a:pt x="2240277" y="0"/>
                  <a:pt x="5003799" y="0"/>
                </a:cubicBezTo>
                <a:close/>
              </a:path>
            </a:pathLst>
          </a:cu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11">
            <a:extLst>
              <a:ext uri="{FF2B5EF4-FFF2-40B4-BE49-F238E27FC236}">
                <a16:creationId xmlns:a16="http://schemas.microsoft.com/office/drawing/2014/main" id="{67ED3673-C8E9-DF43-9001-977F0131C8FB}"/>
              </a:ext>
            </a:extLst>
          </p:cNvPr>
          <p:cNvSpPr/>
          <p:nvPr/>
        </p:nvSpPr>
        <p:spPr>
          <a:xfrm>
            <a:off x="8945880" y="3611881"/>
            <a:ext cx="3246120" cy="3246121"/>
          </a:xfrm>
          <a:custGeom>
            <a:avLst/>
            <a:gdLst>
              <a:gd name="connsiteX0" fmla="*/ 3246120 w 3246120"/>
              <a:gd name="connsiteY0" fmla="*/ 0 h 3246121"/>
              <a:gd name="connsiteX1" fmla="*/ 3246120 w 3246120"/>
              <a:gd name="connsiteY1" fmla="*/ 3246121 h 3246121"/>
              <a:gd name="connsiteX2" fmla="*/ 0 w 3246120"/>
              <a:gd name="connsiteY2" fmla="*/ 3246121 h 3246121"/>
              <a:gd name="connsiteX3" fmla="*/ 0 w 3246120"/>
              <a:gd name="connsiteY3" fmla="*/ 3246120 h 3246121"/>
              <a:gd name="connsiteX4" fmla="*/ 3246120 w 3246120"/>
              <a:gd name="connsiteY4" fmla="*/ 0 h 32461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6120" h="3246121">
                <a:moveTo>
                  <a:pt x="3246120" y="0"/>
                </a:moveTo>
                <a:lnTo>
                  <a:pt x="3246120" y="3246121"/>
                </a:lnTo>
                <a:lnTo>
                  <a:pt x="0" y="3246121"/>
                </a:lnTo>
                <a:lnTo>
                  <a:pt x="0" y="3246120"/>
                </a:lnTo>
                <a:cubicBezTo>
                  <a:pt x="0" y="1453337"/>
                  <a:pt x="1453337" y="0"/>
                  <a:pt x="3246120" y="0"/>
                </a:cubicBezTo>
                <a:close/>
              </a:path>
            </a:pathLst>
          </a:custGeom>
          <a:solidFill>
            <a:schemeClr val="accent6">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4" name="Group 23">
            <a:extLst>
              <a:ext uri="{FF2B5EF4-FFF2-40B4-BE49-F238E27FC236}">
                <a16:creationId xmlns:a16="http://schemas.microsoft.com/office/drawing/2014/main" id="{615C8EF4-BE7A-2240-97D0-35182C93178A}"/>
              </a:ext>
            </a:extLst>
          </p:cNvPr>
          <p:cNvGrpSpPr/>
          <p:nvPr/>
        </p:nvGrpSpPr>
        <p:grpSpPr>
          <a:xfrm>
            <a:off x="533400" y="6176056"/>
            <a:ext cx="804758" cy="144689"/>
            <a:chOff x="4455886" y="479425"/>
            <a:chExt cx="804758" cy="144689"/>
          </a:xfrm>
        </p:grpSpPr>
        <p:cxnSp>
          <p:nvCxnSpPr>
            <p:cNvPr id="25" name="Straight Connector 24">
              <a:extLst>
                <a:ext uri="{FF2B5EF4-FFF2-40B4-BE49-F238E27FC236}">
                  <a16:creationId xmlns:a16="http://schemas.microsoft.com/office/drawing/2014/main" id="{FE1CF4CC-0C63-BC49-985C-046A8F157020}"/>
                </a:ext>
              </a:extLst>
            </p:cNvPr>
            <p:cNvCxnSpPr>
              <a:cxnSpLocks/>
            </p:cNvCxnSpPr>
            <p:nvPr/>
          </p:nvCxnSpPr>
          <p:spPr>
            <a:xfrm flipH="1">
              <a:off x="445588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CB38C0B-9E71-CF4B-A1C3-D4A98E2F3C96}"/>
                </a:ext>
              </a:extLst>
            </p:cNvPr>
            <p:cNvCxnSpPr>
              <a:cxnSpLocks/>
            </p:cNvCxnSpPr>
            <p:nvPr/>
          </p:nvCxnSpPr>
          <p:spPr>
            <a:xfrm flipH="1">
              <a:off x="460384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D5EF914-2AA5-A648-B8FF-9216ACEB6AA4}"/>
                </a:ext>
              </a:extLst>
            </p:cNvPr>
            <p:cNvCxnSpPr>
              <a:cxnSpLocks/>
            </p:cNvCxnSpPr>
            <p:nvPr/>
          </p:nvCxnSpPr>
          <p:spPr>
            <a:xfrm flipH="1">
              <a:off x="475179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7EA73EE-4645-BD4D-BD31-A72B56E9D955}"/>
                </a:ext>
              </a:extLst>
            </p:cNvPr>
            <p:cNvCxnSpPr>
              <a:cxnSpLocks/>
            </p:cNvCxnSpPr>
            <p:nvPr/>
          </p:nvCxnSpPr>
          <p:spPr>
            <a:xfrm flipH="1">
              <a:off x="489975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19FAB01-DA59-274C-913E-E6FE1A4476A2}"/>
                </a:ext>
              </a:extLst>
            </p:cNvPr>
            <p:cNvCxnSpPr>
              <a:cxnSpLocks/>
            </p:cNvCxnSpPr>
            <p:nvPr/>
          </p:nvCxnSpPr>
          <p:spPr>
            <a:xfrm flipH="1">
              <a:off x="504770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16DECE3-88A2-DF4E-BF8B-A1589D7B9C11}"/>
                </a:ext>
              </a:extLst>
            </p:cNvPr>
            <p:cNvCxnSpPr>
              <a:cxnSpLocks/>
            </p:cNvCxnSpPr>
            <p:nvPr/>
          </p:nvCxnSpPr>
          <p:spPr>
            <a:xfrm flipH="1">
              <a:off x="519566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a:extLst>
              <a:ext uri="{FF2B5EF4-FFF2-40B4-BE49-F238E27FC236}">
                <a16:creationId xmlns:a16="http://schemas.microsoft.com/office/drawing/2014/main" id="{FC05C889-F6A6-9747-8D76-00B399714C10}"/>
              </a:ext>
            </a:extLst>
          </p:cNvPr>
          <p:cNvCxnSpPr>
            <a:cxnSpLocks/>
          </p:cNvCxnSpPr>
          <p:nvPr/>
        </p:nvCxnSpPr>
        <p:spPr>
          <a:xfrm flipH="1">
            <a:off x="1" y="6248400"/>
            <a:ext cx="308918" cy="0"/>
          </a:xfrm>
          <a:prstGeom prst="line">
            <a:avLst/>
          </a:prstGeom>
          <a:ln w="6350">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20" name="Image 8">
            <a:extLst>
              <a:ext uri="{FF2B5EF4-FFF2-40B4-BE49-F238E27FC236}">
                <a16:creationId xmlns:a16="http://schemas.microsoft.com/office/drawing/2014/main" id="{5BC74B15-9409-4380-8DAA-04A688D80A85}"/>
              </a:ext>
            </a:extLst>
          </p:cNvPr>
          <p:cNvPicPr/>
          <p:nvPr/>
        </p:nvPicPr>
        <p:blipFill>
          <a:blip r:embed="rId7" cstate="print"/>
          <a:stretch>
            <a:fillRect/>
          </a:stretch>
        </p:blipFill>
        <p:spPr>
          <a:xfrm>
            <a:off x="145939" y="142792"/>
            <a:ext cx="1189990" cy="380365"/>
          </a:xfrm>
          <a:prstGeom prst="rect">
            <a:avLst/>
          </a:prstGeom>
        </p:spPr>
      </p:pic>
      <p:sp>
        <p:nvSpPr>
          <p:cNvPr id="21" name="TextBox 20">
            <a:extLst>
              <a:ext uri="{FF2B5EF4-FFF2-40B4-BE49-F238E27FC236}">
                <a16:creationId xmlns:a16="http://schemas.microsoft.com/office/drawing/2014/main" id="{597BC2FC-5334-49A4-AEBC-5EEFCA53BAAC}"/>
              </a:ext>
            </a:extLst>
          </p:cNvPr>
          <p:cNvSpPr txBox="1"/>
          <p:nvPr/>
        </p:nvSpPr>
        <p:spPr>
          <a:xfrm>
            <a:off x="1663336" y="453120"/>
            <a:ext cx="9004664" cy="523220"/>
          </a:xfrm>
          <a:prstGeom prst="rect">
            <a:avLst/>
          </a:prstGeom>
          <a:noFill/>
        </p:spPr>
        <p:txBody>
          <a:bodyPr wrap="square">
            <a:spAutoFit/>
          </a:bodyPr>
          <a:lstStyle/>
          <a:p>
            <a:r>
              <a:rPr lang="en-US" sz="2800" dirty="0">
                <a:solidFill>
                  <a:srgbClr val="FFFFFF"/>
                </a:solidFill>
                <a:effectLst/>
                <a:latin typeface="Tahoma" panose="020B0604030504040204" pitchFamily="34" charset="0"/>
                <a:ea typeface="Tahoma" panose="020B0604030504040204" pitchFamily="34" charset="0"/>
              </a:rPr>
              <a:t>Introduction</a:t>
            </a:r>
            <a:r>
              <a:rPr lang="en-US" sz="2800" dirty="0">
                <a:solidFill>
                  <a:srgbClr val="FFFFFF"/>
                </a:solidFill>
                <a:latin typeface="Tahoma" panose="020B0604030504040204" pitchFamily="34" charset="0"/>
                <a:ea typeface="Tahoma" panose="020B0604030504040204" pitchFamily="34" charset="0"/>
              </a:rPr>
              <a:t>: Overview of Competitor (</a:t>
            </a:r>
            <a:r>
              <a:rPr lang="en-US" sz="2800" dirty="0">
                <a:solidFill>
                  <a:srgbClr val="FFFFFF"/>
                </a:solidFill>
                <a:effectLst/>
                <a:latin typeface="Tahoma" panose="020B0604030504040204" pitchFamily="34" charset="0"/>
                <a:ea typeface="Tahoma" panose="020B0604030504040204" pitchFamily="34" charset="0"/>
              </a:rPr>
              <a:t>Parch</a:t>
            </a:r>
            <a:r>
              <a:rPr lang="en-US" sz="2800" spc="155" dirty="0">
                <a:solidFill>
                  <a:srgbClr val="FFFFFF"/>
                </a:solidFill>
                <a:effectLst/>
                <a:latin typeface="Tahoma" panose="020B0604030504040204" pitchFamily="34" charset="0"/>
                <a:ea typeface="Tahoma" panose="020B0604030504040204" pitchFamily="34" charset="0"/>
              </a:rPr>
              <a:t> </a:t>
            </a:r>
            <a:r>
              <a:rPr lang="en-US" sz="2800" dirty="0">
                <a:solidFill>
                  <a:srgbClr val="FFFFFF"/>
                </a:solidFill>
                <a:effectLst/>
                <a:latin typeface="Tahoma" panose="020B0604030504040204" pitchFamily="34" charset="0"/>
                <a:ea typeface="Tahoma" panose="020B0604030504040204" pitchFamily="34" charset="0"/>
              </a:rPr>
              <a:t>&amp;</a:t>
            </a:r>
            <a:r>
              <a:rPr lang="en-US" sz="2800" spc="160" dirty="0">
                <a:solidFill>
                  <a:srgbClr val="FFFFFF"/>
                </a:solidFill>
                <a:effectLst/>
                <a:latin typeface="Tahoma" panose="020B0604030504040204" pitchFamily="34" charset="0"/>
                <a:ea typeface="Tahoma" panose="020B0604030504040204" pitchFamily="34" charset="0"/>
              </a:rPr>
              <a:t> </a:t>
            </a:r>
            <a:r>
              <a:rPr lang="en-US" sz="2800" spc="-10" dirty="0">
                <a:solidFill>
                  <a:srgbClr val="FFFFFF"/>
                </a:solidFill>
                <a:effectLst/>
                <a:latin typeface="Tahoma" panose="020B0604030504040204" pitchFamily="34" charset="0"/>
                <a:ea typeface="Tahoma" panose="020B0604030504040204" pitchFamily="34" charset="0"/>
              </a:rPr>
              <a:t>Posey)</a:t>
            </a:r>
            <a:endParaRPr lang="en-US" sz="2800" dirty="0"/>
          </a:p>
        </p:txBody>
      </p:sp>
      <p:sp>
        <p:nvSpPr>
          <p:cNvPr id="22" name="TextBox 21">
            <a:extLst>
              <a:ext uri="{FF2B5EF4-FFF2-40B4-BE49-F238E27FC236}">
                <a16:creationId xmlns:a16="http://schemas.microsoft.com/office/drawing/2014/main" id="{DB3CF629-B9DF-4428-A061-EA6935FC45E5}"/>
              </a:ext>
            </a:extLst>
          </p:cNvPr>
          <p:cNvSpPr txBox="1"/>
          <p:nvPr/>
        </p:nvSpPr>
        <p:spPr>
          <a:xfrm>
            <a:off x="213365" y="1441234"/>
            <a:ext cx="11978635" cy="3093154"/>
          </a:xfrm>
          <a:prstGeom prst="rect">
            <a:avLst/>
          </a:prstGeom>
          <a:noFill/>
        </p:spPr>
        <p:txBody>
          <a:bodyPr wrap="square">
            <a:spAutoFit/>
          </a:bodyPr>
          <a:lstStyle/>
          <a:p>
            <a:pPr marL="285750" indent="-285750" algn="l">
              <a:buFont typeface="Arial" panose="020B0604020202020204" pitchFamily="34" charset="0"/>
              <a:buChar char="•"/>
            </a:pPr>
            <a:r>
              <a:rPr lang="en-US" b="0" i="0" dirty="0">
                <a:solidFill>
                  <a:schemeClr val="bg1"/>
                </a:solidFill>
                <a:effectLst/>
                <a:latin typeface="source-serif-pro"/>
              </a:rPr>
              <a:t>Parch and Posey is a company that sells paper. </a:t>
            </a:r>
          </a:p>
          <a:p>
            <a:pPr marL="285750" indent="-285750" algn="l">
              <a:buFont typeface="Arial" panose="020B0604020202020204" pitchFamily="34" charset="0"/>
              <a:buChar char="•"/>
            </a:pPr>
            <a:endParaRPr lang="en-US" dirty="0">
              <a:solidFill>
                <a:schemeClr val="bg1"/>
              </a:solidFill>
              <a:latin typeface="source-serif-pro"/>
            </a:endParaRPr>
          </a:p>
          <a:p>
            <a:pPr marL="285750" indent="-285750" algn="l">
              <a:buFont typeface="Arial" panose="020B0604020202020204" pitchFamily="34" charset="0"/>
              <a:buChar char="•"/>
            </a:pPr>
            <a:r>
              <a:rPr lang="en-US" b="0" i="0" dirty="0">
                <a:solidFill>
                  <a:schemeClr val="bg1"/>
                </a:solidFill>
                <a:effectLst/>
                <a:latin typeface="source-serif-pro"/>
              </a:rPr>
              <a:t>They have 50 sales reps spread across 4 regions in America. </a:t>
            </a:r>
            <a:r>
              <a:rPr lang="en-US" sz="1100" b="0" i="1" dirty="0">
                <a:solidFill>
                  <a:schemeClr val="bg1"/>
                </a:solidFill>
                <a:effectLst/>
                <a:latin typeface="source-serif-pro"/>
              </a:rPr>
              <a:t>(source: </a:t>
            </a:r>
            <a:r>
              <a:rPr lang="en-US" sz="1100" b="0" i="1" dirty="0" err="1">
                <a:solidFill>
                  <a:schemeClr val="bg1"/>
                </a:solidFill>
                <a:effectLst/>
                <a:latin typeface="source-serif-pro"/>
              </a:rPr>
              <a:t>sales_reps</a:t>
            </a:r>
            <a:r>
              <a:rPr lang="en-US" sz="1100" b="0" i="1" dirty="0">
                <a:solidFill>
                  <a:schemeClr val="bg1"/>
                </a:solidFill>
                <a:effectLst/>
                <a:latin typeface="source-serif-pro"/>
              </a:rPr>
              <a:t> and region table)</a:t>
            </a:r>
          </a:p>
          <a:p>
            <a:pPr marL="285750" indent="-285750" algn="l">
              <a:buFont typeface="Arial" panose="020B0604020202020204" pitchFamily="34" charset="0"/>
              <a:buChar char="•"/>
            </a:pPr>
            <a:endParaRPr lang="en-US" dirty="0">
              <a:solidFill>
                <a:schemeClr val="bg1"/>
              </a:solidFill>
              <a:latin typeface="source-serif-pro"/>
            </a:endParaRPr>
          </a:p>
          <a:p>
            <a:pPr marL="285750" indent="-285750" algn="l">
              <a:buFont typeface="Arial" panose="020B0604020202020204" pitchFamily="34" charset="0"/>
              <a:buChar char="•"/>
            </a:pPr>
            <a:r>
              <a:rPr lang="en-US" b="0" i="0" dirty="0">
                <a:solidFill>
                  <a:schemeClr val="bg1"/>
                </a:solidFill>
                <a:effectLst/>
                <a:latin typeface="source-serif-pro"/>
              </a:rPr>
              <a:t>They sell 3 types of paper which is Standard Type, Gloss Type, and Poster Type. </a:t>
            </a:r>
            <a:r>
              <a:rPr lang="en-US" sz="1100" b="0" i="1" dirty="0">
                <a:solidFill>
                  <a:schemeClr val="bg1"/>
                </a:solidFill>
                <a:effectLst/>
                <a:latin typeface="source-serif-pro"/>
              </a:rPr>
              <a:t>(source: orders table)</a:t>
            </a:r>
          </a:p>
          <a:p>
            <a:pPr marL="171450" indent="-171450" algn="l">
              <a:buFont typeface="Arial" panose="020B0604020202020204" pitchFamily="34" charset="0"/>
              <a:buChar char="•"/>
            </a:pPr>
            <a:endParaRPr lang="en-US" sz="1100" b="0" i="1" dirty="0">
              <a:solidFill>
                <a:schemeClr val="bg1"/>
              </a:solidFill>
              <a:effectLst/>
              <a:latin typeface="source-serif-pro"/>
            </a:endParaRPr>
          </a:p>
          <a:p>
            <a:pPr marL="285750" indent="-285750">
              <a:buFont typeface="Arial" panose="020B0604020202020204" pitchFamily="34" charset="0"/>
              <a:buChar char="•"/>
            </a:pPr>
            <a:r>
              <a:rPr lang="en-US" b="0" i="0" dirty="0">
                <a:solidFill>
                  <a:schemeClr val="bg1"/>
                </a:solidFill>
                <a:effectLst/>
                <a:latin typeface="source-serif-pro"/>
              </a:rPr>
              <a:t>Their customers are big companies (with 351 accounts )and they attract by advertising online via Google </a:t>
            </a:r>
            <a:r>
              <a:rPr lang="en-US" b="0" i="0" dirty="0" err="1">
                <a:solidFill>
                  <a:schemeClr val="bg1"/>
                </a:solidFill>
                <a:effectLst/>
                <a:latin typeface="source-serif-pro"/>
              </a:rPr>
              <a:t>Adwords</a:t>
            </a:r>
            <a:r>
              <a:rPr lang="en-US" b="0" i="0" dirty="0">
                <a:solidFill>
                  <a:schemeClr val="bg1"/>
                </a:solidFill>
                <a:effectLst/>
                <a:latin typeface="source-serif-pro"/>
              </a:rPr>
              <a:t>, Facebook, and Twitter, </a:t>
            </a:r>
            <a:r>
              <a:rPr lang="en-US" dirty="0">
                <a:solidFill>
                  <a:schemeClr val="bg1"/>
                </a:solidFill>
                <a:latin typeface="source-serif-pro"/>
              </a:rPr>
              <a:t>and</a:t>
            </a:r>
            <a:r>
              <a:rPr lang="en-US" b="0" i="0" dirty="0">
                <a:solidFill>
                  <a:schemeClr val="bg1"/>
                </a:solidFill>
                <a:effectLst/>
                <a:latin typeface="source-serif-pro"/>
              </a:rPr>
              <a:t> also attract by advertising offline via Organic, Direct, and Banner. </a:t>
            </a:r>
            <a:r>
              <a:rPr lang="en-US" sz="1100" b="0" i="1" dirty="0">
                <a:solidFill>
                  <a:schemeClr val="bg1"/>
                </a:solidFill>
                <a:effectLst/>
                <a:latin typeface="source-serif-pro"/>
              </a:rPr>
              <a:t>(source: </a:t>
            </a:r>
            <a:r>
              <a:rPr lang="en-US" sz="1100" b="0" i="1" dirty="0" err="1">
                <a:solidFill>
                  <a:schemeClr val="bg1"/>
                </a:solidFill>
                <a:effectLst/>
                <a:latin typeface="source-serif-pro"/>
              </a:rPr>
              <a:t>web_events</a:t>
            </a:r>
            <a:r>
              <a:rPr lang="en-US" sz="1100" b="0" i="1" dirty="0">
                <a:solidFill>
                  <a:schemeClr val="bg1"/>
                </a:solidFill>
                <a:effectLst/>
                <a:latin typeface="source-serif-pro"/>
              </a:rPr>
              <a:t> table)</a:t>
            </a:r>
          </a:p>
          <a:p>
            <a:pPr marL="285750" indent="-285750">
              <a:buFont typeface="Arial" panose="020B0604020202020204" pitchFamily="34" charset="0"/>
              <a:buChar char="•"/>
            </a:pPr>
            <a:endParaRPr lang="en-US" sz="1100" b="0" i="1" dirty="0">
              <a:solidFill>
                <a:schemeClr val="bg1"/>
              </a:solidFill>
              <a:effectLst/>
              <a:latin typeface="source-serif-pro"/>
            </a:endParaRPr>
          </a:p>
          <a:p>
            <a:pPr marL="285750" indent="-285750">
              <a:buFont typeface="Arial" panose="020B0604020202020204" pitchFamily="34" charset="0"/>
              <a:buChar char="•"/>
            </a:pPr>
            <a:r>
              <a:rPr lang="en-US" dirty="0">
                <a:solidFill>
                  <a:schemeClr val="bg1"/>
                </a:solidFill>
                <a:latin typeface="source-serif-pro"/>
              </a:rPr>
              <a:t>They have sales record between 4</a:t>
            </a:r>
            <a:r>
              <a:rPr lang="en-US" baseline="30000" dirty="0">
                <a:solidFill>
                  <a:schemeClr val="bg1"/>
                </a:solidFill>
                <a:latin typeface="source-serif-pro"/>
              </a:rPr>
              <a:t>th</a:t>
            </a:r>
            <a:r>
              <a:rPr lang="en-US" dirty="0">
                <a:solidFill>
                  <a:schemeClr val="bg1"/>
                </a:solidFill>
                <a:latin typeface="source-serif-pro"/>
              </a:rPr>
              <a:t> December, 2013 and 2</a:t>
            </a:r>
            <a:r>
              <a:rPr lang="en-US" baseline="30000" dirty="0">
                <a:solidFill>
                  <a:schemeClr val="bg1"/>
                </a:solidFill>
                <a:latin typeface="source-serif-pro"/>
              </a:rPr>
              <a:t>nd</a:t>
            </a:r>
            <a:r>
              <a:rPr lang="en-US" dirty="0">
                <a:solidFill>
                  <a:schemeClr val="bg1"/>
                </a:solidFill>
                <a:latin typeface="source-serif-pro"/>
              </a:rPr>
              <a:t> January, 2017</a:t>
            </a:r>
          </a:p>
          <a:p>
            <a:pPr marL="285750" indent="-285750">
              <a:buFont typeface="Arial" panose="020B0604020202020204" pitchFamily="34" charset="0"/>
              <a:buChar char="•"/>
            </a:pPr>
            <a:endParaRPr lang="en-US" sz="1100" b="0" i="1" dirty="0">
              <a:solidFill>
                <a:schemeClr val="bg1"/>
              </a:solidFill>
              <a:effectLst/>
              <a:latin typeface="source-serif-pro"/>
            </a:endParaRPr>
          </a:p>
          <a:p>
            <a:pPr algn="l"/>
            <a:endParaRPr lang="en-US" b="0" i="0" dirty="0">
              <a:solidFill>
                <a:schemeClr val="bg1"/>
              </a:solidFill>
              <a:effectLst/>
              <a:latin typeface="source-serif-pro"/>
            </a:endParaRPr>
          </a:p>
        </p:txBody>
      </p:sp>
      <p:cxnSp>
        <p:nvCxnSpPr>
          <p:cNvPr id="5" name="Straight Connector 4">
            <a:extLst>
              <a:ext uri="{FF2B5EF4-FFF2-40B4-BE49-F238E27FC236}">
                <a16:creationId xmlns:a16="http://schemas.microsoft.com/office/drawing/2014/main" id="{000F9850-5DCA-4234-9668-E298DDF64A94}"/>
              </a:ext>
            </a:extLst>
          </p:cNvPr>
          <p:cNvCxnSpPr>
            <a:cxnSpLocks/>
          </p:cNvCxnSpPr>
          <p:nvPr/>
        </p:nvCxnSpPr>
        <p:spPr>
          <a:xfrm>
            <a:off x="933720" y="1123406"/>
            <a:ext cx="1063107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1EFBC1FC-F211-432E-9E42-38023E7B1CB1}"/>
              </a:ext>
            </a:extLst>
          </p:cNvPr>
          <p:cNvSpPr txBox="1"/>
          <p:nvPr/>
        </p:nvSpPr>
        <p:spPr>
          <a:xfrm>
            <a:off x="3047998" y="4474634"/>
            <a:ext cx="6096000" cy="369332"/>
          </a:xfrm>
          <a:prstGeom prst="rect">
            <a:avLst/>
          </a:prstGeom>
          <a:noFill/>
        </p:spPr>
        <p:txBody>
          <a:bodyPr wrap="square">
            <a:spAutoFit/>
          </a:bodyPr>
          <a:lstStyle/>
          <a:p>
            <a:pPr algn="ctr"/>
            <a:r>
              <a:rPr lang="en-US" sz="1800" dirty="0">
                <a:solidFill>
                  <a:srgbClr val="FFFFFF"/>
                </a:solidFill>
                <a:effectLst/>
                <a:latin typeface="Tahoma" panose="020B0604030504040204" pitchFamily="34" charset="0"/>
                <a:ea typeface="Tahoma" panose="020B0604030504040204" pitchFamily="34" charset="0"/>
              </a:rPr>
              <a:t>Parch</a:t>
            </a:r>
            <a:r>
              <a:rPr lang="en-US" sz="1800" spc="155" dirty="0">
                <a:solidFill>
                  <a:srgbClr val="FFFFFF"/>
                </a:solidFill>
                <a:effectLst/>
                <a:latin typeface="Tahoma" panose="020B0604030504040204" pitchFamily="34" charset="0"/>
                <a:ea typeface="Tahoma" panose="020B0604030504040204" pitchFamily="34" charset="0"/>
              </a:rPr>
              <a:t> </a:t>
            </a:r>
            <a:r>
              <a:rPr lang="en-US" sz="1800" dirty="0">
                <a:solidFill>
                  <a:srgbClr val="FFFFFF"/>
                </a:solidFill>
                <a:effectLst/>
                <a:latin typeface="Tahoma" panose="020B0604030504040204" pitchFamily="34" charset="0"/>
                <a:ea typeface="Tahoma" panose="020B0604030504040204" pitchFamily="34" charset="0"/>
              </a:rPr>
              <a:t>&amp;</a:t>
            </a:r>
            <a:r>
              <a:rPr lang="en-US" sz="1800" spc="160" dirty="0">
                <a:solidFill>
                  <a:srgbClr val="FFFFFF"/>
                </a:solidFill>
                <a:effectLst/>
                <a:latin typeface="Tahoma" panose="020B0604030504040204" pitchFamily="34" charset="0"/>
                <a:ea typeface="Tahoma" panose="020B0604030504040204" pitchFamily="34" charset="0"/>
              </a:rPr>
              <a:t> </a:t>
            </a:r>
            <a:r>
              <a:rPr lang="en-US" sz="1800" spc="-10" dirty="0">
                <a:solidFill>
                  <a:srgbClr val="FFFFFF"/>
                </a:solidFill>
                <a:effectLst/>
                <a:latin typeface="Tahoma" panose="020B0604030504040204" pitchFamily="34" charset="0"/>
                <a:ea typeface="Tahoma" panose="020B0604030504040204" pitchFamily="34" charset="0"/>
              </a:rPr>
              <a:t>Posey Mode of Operation</a:t>
            </a:r>
            <a:endParaRPr lang="en-US" dirty="0"/>
          </a:p>
        </p:txBody>
      </p:sp>
      <p:pic>
        <p:nvPicPr>
          <p:cNvPr id="14" name="Picture 13">
            <a:extLst>
              <a:ext uri="{FF2B5EF4-FFF2-40B4-BE49-F238E27FC236}">
                <a16:creationId xmlns:a16="http://schemas.microsoft.com/office/drawing/2014/main" id="{8FB6D6DB-72AB-4D72-A272-D6666371B70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54120" y="5058434"/>
            <a:ext cx="1111272" cy="1111272"/>
          </a:xfrm>
          <a:prstGeom prst="rect">
            <a:avLst/>
          </a:prstGeom>
        </p:spPr>
      </p:pic>
      <p:pic>
        <p:nvPicPr>
          <p:cNvPr id="33" name="Picture 32">
            <a:extLst>
              <a:ext uri="{FF2B5EF4-FFF2-40B4-BE49-F238E27FC236}">
                <a16:creationId xmlns:a16="http://schemas.microsoft.com/office/drawing/2014/main" id="{2D24EA17-0063-47DA-8B9F-94238A1B20A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104520" y="5174384"/>
            <a:ext cx="912043" cy="912043"/>
          </a:xfrm>
          <a:prstGeom prst="rect">
            <a:avLst/>
          </a:prstGeom>
        </p:spPr>
      </p:pic>
      <p:cxnSp>
        <p:nvCxnSpPr>
          <p:cNvPr id="35" name="Straight Arrow Connector 34">
            <a:extLst>
              <a:ext uri="{FF2B5EF4-FFF2-40B4-BE49-F238E27FC236}">
                <a16:creationId xmlns:a16="http://schemas.microsoft.com/office/drawing/2014/main" id="{BF02253F-E4D8-4065-89E6-B1991AFA56B1}"/>
              </a:ext>
            </a:extLst>
          </p:cNvPr>
          <p:cNvCxnSpPr/>
          <p:nvPr/>
        </p:nvCxnSpPr>
        <p:spPr>
          <a:xfrm>
            <a:off x="1898765" y="5614069"/>
            <a:ext cx="1776314"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F87FCAD7-E329-4A81-A4D0-EB4256867B3E}"/>
              </a:ext>
            </a:extLst>
          </p:cNvPr>
          <p:cNvCxnSpPr/>
          <p:nvPr/>
        </p:nvCxnSpPr>
        <p:spPr>
          <a:xfrm>
            <a:off x="5314522" y="5612232"/>
            <a:ext cx="1776314"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598EF9B6-EAD7-46D5-A2A8-5DD869955259}"/>
              </a:ext>
            </a:extLst>
          </p:cNvPr>
          <p:cNvCxnSpPr/>
          <p:nvPr/>
        </p:nvCxnSpPr>
        <p:spPr>
          <a:xfrm flipH="1">
            <a:off x="1870190" y="5891372"/>
            <a:ext cx="1776314"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A7BB43A2-3F4B-4C95-B634-9CA2B5F4B90D}"/>
              </a:ext>
            </a:extLst>
          </p:cNvPr>
          <p:cNvCxnSpPr/>
          <p:nvPr/>
        </p:nvCxnSpPr>
        <p:spPr>
          <a:xfrm flipH="1">
            <a:off x="5314522" y="5891372"/>
            <a:ext cx="1776314"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E241841-0E0F-476E-9815-F14AABF0655C}"/>
              </a:ext>
            </a:extLst>
          </p:cNvPr>
          <p:cNvCxnSpPr>
            <a:cxnSpLocks/>
          </p:cNvCxnSpPr>
          <p:nvPr/>
        </p:nvCxnSpPr>
        <p:spPr>
          <a:xfrm>
            <a:off x="454120" y="4876256"/>
            <a:ext cx="1063107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44" name="TextBox 43">
            <a:extLst>
              <a:ext uri="{FF2B5EF4-FFF2-40B4-BE49-F238E27FC236}">
                <a16:creationId xmlns:a16="http://schemas.microsoft.com/office/drawing/2014/main" id="{6E1396A3-1390-4D72-B157-34F217D39E6F}"/>
              </a:ext>
            </a:extLst>
          </p:cNvPr>
          <p:cNvSpPr txBox="1"/>
          <p:nvPr/>
        </p:nvSpPr>
        <p:spPr>
          <a:xfrm>
            <a:off x="303088" y="6311008"/>
            <a:ext cx="1608115" cy="369332"/>
          </a:xfrm>
          <a:prstGeom prst="rect">
            <a:avLst/>
          </a:prstGeom>
          <a:noFill/>
        </p:spPr>
        <p:txBody>
          <a:bodyPr wrap="square">
            <a:spAutoFit/>
          </a:bodyPr>
          <a:lstStyle/>
          <a:p>
            <a:pPr algn="l"/>
            <a:r>
              <a:rPr lang="en-US" b="0" i="0" dirty="0">
                <a:solidFill>
                  <a:schemeClr val="bg1"/>
                </a:solidFill>
                <a:effectLst/>
                <a:latin typeface="source-serif-pro"/>
              </a:rPr>
              <a:t>Parch &amp; Posey</a:t>
            </a:r>
          </a:p>
        </p:txBody>
      </p:sp>
      <p:sp>
        <p:nvSpPr>
          <p:cNvPr id="45" name="TextBox 44">
            <a:extLst>
              <a:ext uri="{FF2B5EF4-FFF2-40B4-BE49-F238E27FC236}">
                <a16:creationId xmlns:a16="http://schemas.microsoft.com/office/drawing/2014/main" id="{460CD310-1D9F-416C-A0DA-0E123D7E33B0}"/>
              </a:ext>
            </a:extLst>
          </p:cNvPr>
          <p:cNvSpPr txBox="1"/>
          <p:nvPr/>
        </p:nvSpPr>
        <p:spPr>
          <a:xfrm>
            <a:off x="3678970" y="6169584"/>
            <a:ext cx="1608115" cy="646331"/>
          </a:xfrm>
          <a:prstGeom prst="rect">
            <a:avLst/>
          </a:prstGeom>
          <a:noFill/>
        </p:spPr>
        <p:txBody>
          <a:bodyPr wrap="square">
            <a:spAutoFit/>
          </a:bodyPr>
          <a:lstStyle/>
          <a:p>
            <a:pPr algn="ctr"/>
            <a:r>
              <a:rPr lang="en-US" b="0" i="0" dirty="0">
                <a:solidFill>
                  <a:schemeClr val="bg1"/>
                </a:solidFill>
                <a:effectLst/>
                <a:latin typeface="source-serif-pro"/>
              </a:rPr>
              <a:t>Sales Representative </a:t>
            </a:r>
          </a:p>
        </p:txBody>
      </p:sp>
      <p:sp>
        <p:nvSpPr>
          <p:cNvPr id="46" name="TextBox 45">
            <a:extLst>
              <a:ext uri="{FF2B5EF4-FFF2-40B4-BE49-F238E27FC236}">
                <a16:creationId xmlns:a16="http://schemas.microsoft.com/office/drawing/2014/main" id="{656B96B3-7C6E-469A-A9C5-7A02FDD886CB}"/>
              </a:ext>
            </a:extLst>
          </p:cNvPr>
          <p:cNvSpPr txBox="1"/>
          <p:nvPr/>
        </p:nvSpPr>
        <p:spPr>
          <a:xfrm>
            <a:off x="7351253" y="6308084"/>
            <a:ext cx="1608115" cy="369332"/>
          </a:xfrm>
          <a:prstGeom prst="rect">
            <a:avLst/>
          </a:prstGeom>
          <a:noFill/>
        </p:spPr>
        <p:txBody>
          <a:bodyPr wrap="square">
            <a:spAutoFit/>
          </a:bodyPr>
          <a:lstStyle/>
          <a:p>
            <a:pPr algn="ctr"/>
            <a:r>
              <a:rPr lang="en-US" b="0" i="0" dirty="0">
                <a:solidFill>
                  <a:schemeClr val="bg1"/>
                </a:solidFill>
                <a:effectLst/>
                <a:latin typeface="source-serif-pro"/>
              </a:rPr>
              <a:t>Customers</a:t>
            </a:r>
          </a:p>
        </p:txBody>
      </p:sp>
      <p:pic>
        <p:nvPicPr>
          <p:cNvPr id="47" name="Picture 46">
            <a:extLst>
              <a:ext uri="{FF2B5EF4-FFF2-40B4-BE49-F238E27FC236}">
                <a16:creationId xmlns:a16="http://schemas.microsoft.com/office/drawing/2014/main" id="{41CDF92F-AA62-49B7-80EE-7CFA316C342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618258" y="5276985"/>
            <a:ext cx="905488" cy="905488"/>
          </a:xfrm>
          <a:prstGeom prst="rect">
            <a:avLst/>
          </a:prstGeom>
        </p:spPr>
      </p:pic>
      <p:sp>
        <p:nvSpPr>
          <p:cNvPr id="48" name="TextBox 47">
            <a:extLst>
              <a:ext uri="{FF2B5EF4-FFF2-40B4-BE49-F238E27FC236}">
                <a16:creationId xmlns:a16="http://schemas.microsoft.com/office/drawing/2014/main" id="{642DE4A2-103F-49F4-BB82-56DE8CB89021}"/>
              </a:ext>
            </a:extLst>
          </p:cNvPr>
          <p:cNvSpPr txBox="1"/>
          <p:nvPr/>
        </p:nvSpPr>
        <p:spPr>
          <a:xfrm>
            <a:off x="1864552" y="5928557"/>
            <a:ext cx="1776314" cy="253916"/>
          </a:xfrm>
          <a:prstGeom prst="rect">
            <a:avLst/>
          </a:prstGeom>
          <a:noFill/>
        </p:spPr>
        <p:txBody>
          <a:bodyPr wrap="square">
            <a:spAutoFit/>
          </a:bodyPr>
          <a:lstStyle/>
          <a:p>
            <a:pPr algn="l"/>
            <a:r>
              <a:rPr lang="en-US" sz="1050" b="0" i="0" dirty="0">
                <a:solidFill>
                  <a:schemeClr val="bg1"/>
                </a:solidFill>
                <a:effectLst/>
                <a:latin typeface="source-serif-pro"/>
              </a:rPr>
              <a:t>Reports back to the company</a:t>
            </a:r>
          </a:p>
        </p:txBody>
      </p:sp>
      <p:sp>
        <p:nvSpPr>
          <p:cNvPr id="49" name="TextBox 48">
            <a:extLst>
              <a:ext uri="{FF2B5EF4-FFF2-40B4-BE49-F238E27FC236}">
                <a16:creationId xmlns:a16="http://schemas.microsoft.com/office/drawing/2014/main" id="{08DBD8A4-9471-43A3-8655-C2D031756729}"/>
              </a:ext>
            </a:extLst>
          </p:cNvPr>
          <p:cNvSpPr txBox="1"/>
          <p:nvPr/>
        </p:nvSpPr>
        <p:spPr>
          <a:xfrm>
            <a:off x="5337369" y="5928557"/>
            <a:ext cx="1776314" cy="253916"/>
          </a:xfrm>
          <a:prstGeom prst="rect">
            <a:avLst/>
          </a:prstGeom>
          <a:noFill/>
        </p:spPr>
        <p:txBody>
          <a:bodyPr wrap="square">
            <a:spAutoFit/>
          </a:bodyPr>
          <a:lstStyle/>
          <a:p>
            <a:pPr algn="ctr"/>
            <a:r>
              <a:rPr lang="en-US" sz="1050" b="0" i="0" dirty="0">
                <a:solidFill>
                  <a:schemeClr val="bg1"/>
                </a:solidFill>
                <a:effectLst/>
                <a:latin typeface="source-serif-pro"/>
              </a:rPr>
              <a:t>Gives Feedback</a:t>
            </a:r>
          </a:p>
        </p:txBody>
      </p:sp>
      <p:sp>
        <p:nvSpPr>
          <p:cNvPr id="50" name="TextBox 49">
            <a:extLst>
              <a:ext uri="{FF2B5EF4-FFF2-40B4-BE49-F238E27FC236}">
                <a16:creationId xmlns:a16="http://schemas.microsoft.com/office/drawing/2014/main" id="{C985CFBA-7C5B-412E-BD91-C128A45981E1}"/>
              </a:ext>
            </a:extLst>
          </p:cNvPr>
          <p:cNvSpPr txBox="1"/>
          <p:nvPr/>
        </p:nvSpPr>
        <p:spPr>
          <a:xfrm>
            <a:off x="1713217" y="5319652"/>
            <a:ext cx="2074293" cy="253916"/>
          </a:xfrm>
          <a:prstGeom prst="rect">
            <a:avLst/>
          </a:prstGeom>
          <a:noFill/>
        </p:spPr>
        <p:txBody>
          <a:bodyPr wrap="square">
            <a:spAutoFit/>
          </a:bodyPr>
          <a:lstStyle/>
          <a:p>
            <a:pPr algn="ctr"/>
            <a:r>
              <a:rPr lang="en-US" sz="1050" b="0" i="0" dirty="0">
                <a:solidFill>
                  <a:schemeClr val="bg1"/>
                </a:solidFill>
                <a:effectLst/>
                <a:latin typeface="source-serif-pro"/>
              </a:rPr>
              <a:t>Interacts to set goals and targets</a:t>
            </a:r>
          </a:p>
        </p:txBody>
      </p:sp>
      <p:sp>
        <p:nvSpPr>
          <p:cNvPr id="51" name="TextBox 50">
            <a:extLst>
              <a:ext uri="{FF2B5EF4-FFF2-40B4-BE49-F238E27FC236}">
                <a16:creationId xmlns:a16="http://schemas.microsoft.com/office/drawing/2014/main" id="{BB21D33C-8ADF-4AD4-8668-3C08F4353957}"/>
              </a:ext>
            </a:extLst>
          </p:cNvPr>
          <p:cNvSpPr txBox="1"/>
          <p:nvPr/>
        </p:nvSpPr>
        <p:spPr>
          <a:xfrm>
            <a:off x="5165532" y="5272045"/>
            <a:ext cx="2074293" cy="253916"/>
          </a:xfrm>
          <a:prstGeom prst="rect">
            <a:avLst/>
          </a:prstGeom>
          <a:noFill/>
        </p:spPr>
        <p:txBody>
          <a:bodyPr wrap="square">
            <a:spAutoFit/>
          </a:bodyPr>
          <a:lstStyle/>
          <a:p>
            <a:pPr algn="ctr"/>
            <a:r>
              <a:rPr lang="en-US" sz="1050" b="0" i="0" dirty="0">
                <a:solidFill>
                  <a:schemeClr val="bg1"/>
                </a:solidFill>
                <a:effectLst/>
                <a:latin typeface="source-serif-pro"/>
              </a:rPr>
              <a:t>Reaches out via different channels</a:t>
            </a:r>
          </a:p>
        </p:txBody>
      </p:sp>
    </p:spTree>
    <p:extLst>
      <p:ext uri="{BB962C8B-B14F-4D97-AF65-F5344CB8AC3E}">
        <p14:creationId xmlns:p14="http://schemas.microsoft.com/office/powerpoint/2010/main" val="14560013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EF3866-0F46-428D-B7FA-0FC3D1FD1D1A}"/>
              </a:ext>
            </a:extLst>
          </p:cNvPr>
          <p:cNvPicPr>
            <a:picLocks noChangeAspect="1"/>
          </p:cNvPicPr>
          <p:nvPr/>
        </p:nvPicPr>
        <p:blipFill rotWithShape="1">
          <a:blip r:embed="rId3" cstate="screen">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t="7812" b="7812"/>
          <a:stretch/>
        </p:blipFill>
        <p:spPr>
          <a:xfrm>
            <a:off x="0" y="0"/>
            <a:ext cx="12192000" cy="6858000"/>
          </a:xfrm>
          <a:prstGeom prst="rect">
            <a:avLst/>
          </a:prstGeom>
        </p:spPr>
      </p:pic>
      <p:sp>
        <p:nvSpPr>
          <p:cNvPr id="2" name="Rectangle 1">
            <a:extLst>
              <a:ext uri="{FF2B5EF4-FFF2-40B4-BE49-F238E27FC236}">
                <a16:creationId xmlns:a16="http://schemas.microsoft.com/office/drawing/2014/main" id="{F8CA1E79-EDA9-4AC8-ACA5-1DFC75DEFF30}"/>
              </a:ext>
            </a:extLst>
          </p:cNvPr>
          <p:cNvSpPr/>
          <p:nvPr/>
        </p:nvSpPr>
        <p:spPr>
          <a:xfrm>
            <a:off x="0" y="0"/>
            <a:ext cx="12192000" cy="6858000"/>
          </a:xfrm>
          <a:prstGeom prst="rect">
            <a:avLst/>
          </a:prstGeom>
          <a:gradFill flip="none" rotWithShape="1">
            <a:gsLst>
              <a:gs pos="0">
                <a:schemeClr val="tx1"/>
              </a:gs>
              <a:gs pos="100000">
                <a:schemeClr val="tx1"/>
              </a:gs>
              <a:gs pos="53000">
                <a:schemeClr val="tx1">
                  <a:alpha val="8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7" name="Freeform: Shape 16">
            <a:extLst>
              <a:ext uri="{FF2B5EF4-FFF2-40B4-BE49-F238E27FC236}">
                <a16:creationId xmlns:a16="http://schemas.microsoft.com/office/drawing/2014/main" id="{B3E94E4B-7B2C-457A-B85C-5DA8C02A76E0}"/>
              </a:ext>
            </a:extLst>
          </p:cNvPr>
          <p:cNvSpPr/>
          <p:nvPr/>
        </p:nvSpPr>
        <p:spPr>
          <a:xfrm>
            <a:off x="9055100" y="3517900"/>
            <a:ext cx="3136900" cy="3340100"/>
          </a:xfrm>
          <a:custGeom>
            <a:avLst/>
            <a:gdLst>
              <a:gd name="connsiteX0" fmla="*/ 3136900 w 3136900"/>
              <a:gd name="connsiteY0" fmla="*/ 2768365 h 3340100"/>
              <a:gd name="connsiteX1" fmla="*/ 3136900 w 3136900"/>
              <a:gd name="connsiteY1" fmla="*/ 3340100 h 3340100"/>
              <a:gd name="connsiteX2" fmla="*/ 2201559 w 3136900"/>
              <a:gd name="connsiteY2" fmla="*/ 3340100 h 3340100"/>
              <a:gd name="connsiteX3" fmla="*/ 2323630 w 3136900"/>
              <a:gd name="connsiteY3" fmla="*/ 3321470 h 3340100"/>
              <a:gd name="connsiteX4" fmla="*/ 3128521 w 3136900"/>
              <a:gd name="connsiteY4" fmla="*/ 2782158 h 3340100"/>
              <a:gd name="connsiteX5" fmla="*/ 2076450 w 3136900"/>
              <a:gd name="connsiteY5" fmla="*/ 0 h 3340100"/>
              <a:gd name="connsiteX6" fmla="*/ 3066210 w 3136900"/>
              <a:gd name="connsiteY6" fmla="*/ 250616 h 3340100"/>
              <a:gd name="connsiteX7" fmla="*/ 3136900 w 3136900"/>
              <a:gd name="connsiteY7" fmla="*/ 293562 h 3340100"/>
              <a:gd name="connsiteX8" fmla="*/ 3136900 w 3136900"/>
              <a:gd name="connsiteY8" fmla="*/ 1362029 h 3340100"/>
              <a:gd name="connsiteX9" fmla="*/ 3128521 w 3136900"/>
              <a:gd name="connsiteY9" fmla="*/ 1348237 h 3340100"/>
              <a:gd name="connsiteX10" fmla="*/ 2065197 w 3136900"/>
              <a:gd name="connsiteY10" fmla="*/ 782872 h 3340100"/>
              <a:gd name="connsiteX11" fmla="*/ 782872 w 3136900"/>
              <a:gd name="connsiteY11" fmla="*/ 2065197 h 3340100"/>
              <a:gd name="connsiteX12" fmla="*/ 1806764 w 3136900"/>
              <a:gd name="connsiteY12" fmla="*/ 3321470 h 3340100"/>
              <a:gd name="connsiteX13" fmla="*/ 1928835 w 3136900"/>
              <a:gd name="connsiteY13" fmla="*/ 3340100 h 3340100"/>
              <a:gd name="connsiteX14" fmla="*/ 431413 w 3136900"/>
              <a:gd name="connsiteY14" fmla="*/ 3340100 h 3340100"/>
              <a:gd name="connsiteX15" fmla="*/ 354625 w 3136900"/>
              <a:gd name="connsiteY15" fmla="*/ 3237413 h 3340100"/>
              <a:gd name="connsiteX16" fmla="*/ 0 w 3136900"/>
              <a:gd name="connsiteY16" fmla="*/ 2076450 h 3340100"/>
              <a:gd name="connsiteX17" fmla="*/ 2076450 w 3136900"/>
              <a:gd name="connsiteY17" fmla="*/ 0 h 3340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136900" h="3340100">
                <a:moveTo>
                  <a:pt x="3136900" y="2768365"/>
                </a:moveTo>
                <a:lnTo>
                  <a:pt x="3136900" y="3340100"/>
                </a:lnTo>
                <a:lnTo>
                  <a:pt x="2201559" y="3340100"/>
                </a:lnTo>
                <a:lnTo>
                  <a:pt x="2323630" y="3321470"/>
                </a:lnTo>
                <a:cubicBezTo>
                  <a:pt x="2657536" y="3253143"/>
                  <a:pt x="2944167" y="3055038"/>
                  <a:pt x="3128521" y="2782158"/>
                </a:cubicBezTo>
                <a:close/>
                <a:moveTo>
                  <a:pt x="2076450" y="0"/>
                </a:moveTo>
                <a:cubicBezTo>
                  <a:pt x="2434823" y="0"/>
                  <a:pt x="2771991" y="90787"/>
                  <a:pt x="3066210" y="250616"/>
                </a:cubicBezTo>
                <a:lnTo>
                  <a:pt x="3136900" y="293562"/>
                </a:lnTo>
                <a:lnTo>
                  <a:pt x="3136900" y="1362029"/>
                </a:lnTo>
                <a:lnTo>
                  <a:pt x="3128521" y="1348237"/>
                </a:lnTo>
                <a:cubicBezTo>
                  <a:pt x="2898078" y="1007136"/>
                  <a:pt x="2507828" y="782872"/>
                  <a:pt x="2065197" y="782872"/>
                </a:cubicBezTo>
                <a:cubicBezTo>
                  <a:pt x="1356988" y="782872"/>
                  <a:pt x="782872" y="1356988"/>
                  <a:pt x="782872" y="2065197"/>
                </a:cubicBezTo>
                <a:cubicBezTo>
                  <a:pt x="782872" y="2684880"/>
                  <a:pt x="1222430" y="3201898"/>
                  <a:pt x="1806764" y="3321470"/>
                </a:cubicBezTo>
                <a:lnTo>
                  <a:pt x="1928835" y="3340100"/>
                </a:lnTo>
                <a:lnTo>
                  <a:pt x="431413" y="3340100"/>
                </a:lnTo>
                <a:lnTo>
                  <a:pt x="354625" y="3237413"/>
                </a:lnTo>
                <a:cubicBezTo>
                  <a:pt x="130733" y="2906010"/>
                  <a:pt x="0" y="2506497"/>
                  <a:pt x="0" y="2076450"/>
                </a:cubicBezTo>
                <a:cubicBezTo>
                  <a:pt x="0" y="929658"/>
                  <a:pt x="929658" y="0"/>
                  <a:pt x="2076450" y="0"/>
                </a:cubicBezTo>
                <a:close/>
              </a:path>
            </a:pathLst>
          </a:custGeom>
          <a:pattFill prst="dkUp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33" name="Straight Connector 32">
            <a:extLst>
              <a:ext uri="{FF2B5EF4-FFF2-40B4-BE49-F238E27FC236}">
                <a16:creationId xmlns:a16="http://schemas.microsoft.com/office/drawing/2014/main" id="{D3BAD4DE-B7E2-4A40-A7BC-FE66B92D43D5}"/>
              </a:ext>
            </a:extLst>
          </p:cNvPr>
          <p:cNvCxnSpPr>
            <a:cxnSpLocks/>
          </p:cNvCxnSpPr>
          <p:nvPr/>
        </p:nvCxnSpPr>
        <p:spPr>
          <a:xfrm flipH="1">
            <a:off x="10426700" y="5723239"/>
            <a:ext cx="1765300"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F9DD2454-E86B-4E74-BB0F-2B099ACDC465}"/>
              </a:ext>
            </a:extLst>
          </p:cNvPr>
          <p:cNvSpPr/>
          <p:nvPr/>
        </p:nvSpPr>
        <p:spPr>
          <a:xfrm>
            <a:off x="9427861" y="5187950"/>
            <a:ext cx="1070578" cy="107057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822E628-78CA-4E7A-9CAF-4732B56EA594}"/>
              </a:ext>
            </a:extLst>
          </p:cNvPr>
          <p:cNvSpPr/>
          <p:nvPr/>
        </p:nvSpPr>
        <p:spPr>
          <a:xfrm>
            <a:off x="10137561" y="5434101"/>
            <a:ext cx="578277" cy="57827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6" name="Group 85">
            <a:extLst>
              <a:ext uri="{FF2B5EF4-FFF2-40B4-BE49-F238E27FC236}">
                <a16:creationId xmlns:a16="http://schemas.microsoft.com/office/drawing/2014/main" id="{1A0D25D6-4FB0-48A1-B1EA-6840562025C0}"/>
              </a:ext>
            </a:extLst>
          </p:cNvPr>
          <p:cNvGrpSpPr/>
          <p:nvPr/>
        </p:nvGrpSpPr>
        <p:grpSpPr>
          <a:xfrm>
            <a:off x="10290370" y="240716"/>
            <a:ext cx="1729654" cy="848268"/>
            <a:chOff x="233739" y="283295"/>
            <a:chExt cx="1729654" cy="848268"/>
          </a:xfrm>
          <a:gradFill>
            <a:gsLst>
              <a:gs pos="100000">
                <a:schemeClr val="accent5"/>
              </a:gs>
              <a:gs pos="0">
                <a:schemeClr val="tx1">
                  <a:alpha val="0"/>
                </a:schemeClr>
              </a:gs>
            </a:gsLst>
            <a:lin ang="0" scaled="1"/>
          </a:gradFill>
        </p:grpSpPr>
        <p:grpSp>
          <p:nvGrpSpPr>
            <p:cNvPr id="87" name="Group 86">
              <a:extLst>
                <a:ext uri="{FF2B5EF4-FFF2-40B4-BE49-F238E27FC236}">
                  <a16:creationId xmlns:a16="http://schemas.microsoft.com/office/drawing/2014/main" id="{3826C9E7-5684-47B2-B110-6D3274BBEEB3}"/>
                </a:ext>
              </a:extLst>
            </p:cNvPr>
            <p:cNvGrpSpPr/>
            <p:nvPr/>
          </p:nvGrpSpPr>
          <p:grpSpPr>
            <a:xfrm rot="5400000">
              <a:off x="1055270" y="-538236"/>
              <a:ext cx="86591" cy="1729654"/>
              <a:chOff x="85292" y="59892"/>
              <a:chExt cx="86591" cy="1729654"/>
            </a:xfrm>
            <a:grpFill/>
          </p:grpSpPr>
          <p:sp>
            <p:nvSpPr>
              <p:cNvPr id="121" name="Oval 120">
                <a:extLst>
                  <a:ext uri="{FF2B5EF4-FFF2-40B4-BE49-F238E27FC236}">
                    <a16:creationId xmlns:a16="http://schemas.microsoft.com/office/drawing/2014/main" id="{67A346A0-F17E-4F68-B4DC-28DB0088FACC}"/>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E8A6C77B-F677-4BB2-829B-642B326B0720}"/>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a:extLst>
                  <a:ext uri="{FF2B5EF4-FFF2-40B4-BE49-F238E27FC236}">
                    <a16:creationId xmlns:a16="http://schemas.microsoft.com/office/drawing/2014/main" id="{385954BB-9495-4C7F-B2DA-9879B553F3C6}"/>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Oval 123">
                <a:extLst>
                  <a:ext uri="{FF2B5EF4-FFF2-40B4-BE49-F238E27FC236}">
                    <a16:creationId xmlns:a16="http://schemas.microsoft.com/office/drawing/2014/main" id="{0954F40B-97CA-4453-AAF6-114C9E1B4551}"/>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Oval 124">
                <a:extLst>
                  <a:ext uri="{FF2B5EF4-FFF2-40B4-BE49-F238E27FC236}">
                    <a16:creationId xmlns:a16="http://schemas.microsoft.com/office/drawing/2014/main" id="{7B533063-E13E-465C-BEA1-BD4CE3111F6C}"/>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472546CD-285E-476C-BF35-17E889474905}"/>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4E94C806-2422-4FFC-B15B-C0FE1E3AD7CF}"/>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a:extLst>
                  <a:ext uri="{FF2B5EF4-FFF2-40B4-BE49-F238E27FC236}">
                    <a16:creationId xmlns:a16="http://schemas.microsoft.com/office/drawing/2014/main" id="{46242270-84EE-4B5B-BB49-A09FD4A772F0}"/>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AB79E7EB-A291-4FF3-A04F-831BA36FF934}"/>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75C9E77B-6C41-47D8-BBB5-F1D5A40E5DE6}"/>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BF74D9D0-3463-496E-9E57-271C6863E0B9}"/>
                </a:ext>
              </a:extLst>
            </p:cNvPr>
            <p:cNvGrpSpPr/>
            <p:nvPr/>
          </p:nvGrpSpPr>
          <p:grpSpPr>
            <a:xfrm rot="5400000">
              <a:off x="1055270" y="-284344"/>
              <a:ext cx="86591" cy="1729654"/>
              <a:chOff x="85292" y="59892"/>
              <a:chExt cx="86591" cy="1729654"/>
            </a:xfrm>
            <a:grpFill/>
          </p:grpSpPr>
          <p:sp>
            <p:nvSpPr>
              <p:cNvPr id="111" name="Oval 110">
                <a:extLst>
                  <a:ext uri="{FF2B5EF4-FFF2-40B4-BE49-F238E27FC236}">
                    <a16:creationId xmlns:a16="http://schemas.microsoft.com/office/drawing/2014/main" id="{42FE6857-9CEC-4448-9F32-7F3BFEA6406A}"/>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261863F8-024D-49BD-9002-8A6EB4620854}"/>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04259CCB-B97C-4B00-AC4A-9B34F1574E9A}"/>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D0612675-47C5-429B-9480-D6A1A25F50F5}"/>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a:extLst>
                  <a:ext uri="{FF2B5EF4-FFF2-40B4-BE49-F238E27FC236}">
                    <a16:creationId xmlns:a16="http://schemas.microsoft.com/office/drawing/2014/main" id="{6831949D-1594-4691-8983-CA614B5E9CF6}"/>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2021F83D-71DC-436F-BAFB-16C3799F377E}"/>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ADDCEA54-8606-4C07-9B58-1C341ADFCE46}"/>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8A80E6E6-C352-4CFF-977D-C05C3F7DF044}"/>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F94F6FEB-C672-4C3D-BF3F-7691697BBC67}"/>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20DCA553-B015-4F5C-9110-7C244BA7BFEA}"/>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9" name="Group 88">
              <a:extLst>
                <a:ext uri="{FF2B5EF4-FFF2-40B4-BE49-F238E27FC236}">
                  <a16:creationId xmlns:a16="http://schemas.microsoft.com/office/drawing/2014/main" id="{E8F163E1-EA2D-4102-8CBD-380C5D6E0631}"/>
                </a:ext>
              </a:extLst>
            </p:cNvPr>
            <p:cNvGrpSpPr/>
            <p:nvPr/>
          </p:nvGrpSpPr>
          <p:grpSpPr>
            <a:xfrm rot="5400000">
              <a:off x="1055270" y="-30452"/>
              <a:ext cx="86591" cy="1729654"/>
              <a:chOff x="85292" y="59892"/>
              <a:chExt cx="86591" cy="1729654"/>
            </a:xfrm>
            <a:grpFill/>
          </p:grpSpPr>
          <p:sp>
            <p:nvSpPr>
              <p:cNvPr id="101" name="Oval 100">
                <a:extLst>
                  <a:ext uri="{FF2B5EF4-FFF2-40B4-BE49-F238E27FC236}">
                    <a16:creationId xmlns:a16="http://schemas.microsoft.com/office/drawing/2014/main" id="{02B7E838-4D7D-49FC-B526-B567A6D70004}"/>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61E71965-CF59-451D-A5B9-9D2DDDE20685}"/>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E1F32D79-3D9A-43B5-9DAA-8A5F5443F89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ECE3A047-90F3-4CE7-9C5D-134BF3E78B7A}"/>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30033215-AEAC-4435-8215-9F4991DC30AE}"/>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2F7E7E5E-351A-4DC0-9C34-4E5CFB29572F}"/>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DB2DF9D3-0EAF-44A8-8933-C5945E709902}"/>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36FD165A-9970-4F2E-8323-AC3838CDA4B8}"/>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40ABF239-2CDC-4141-8D0B-E12FE55DB915}"/>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2C8CF35B-4527-4F46-AD78-B347C524CD39}"/>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0" name="Group 89">
              <a:extLst>
                <a:ext uri="{FF2B5EF4-FFF2-40B4-BE49-F238E27FC236}">
                  <a16:creationId xmlns:a16="http://schemas.microsoft.com/office/drawing/2014/main" id="{D1A64456-6008-4020-8348-42E9302956B7}"/>
                </a:ext>
              </a:extLst>
            </p:cNvPr>
            <p:cNvGrpSpPr/>
            <p:nvPr/>
          </p:nvGrpSpPr>
          <p:grpSpPr>
            <a:xfrm rot="5400000">
              <a:off x="1055270" y="223441"/>
              <a:ext cx="86591" cy="1729654"/>
              <a:chOff x="85292" y="59892"/>
              <a:chExt cx="86591" cy="1729654"/>
            </a:xfrm>
            <a:grpFill/>
          </p:grpSpPr>
          <p:sp>
            <p:nvSpPr>
              <p:cNvPr id="91" name="Oval 90">
                <a:extLst>
                  <a:ext uri="{FF2B5EF4-FFF2-40B4-BE49-F238E27FC236}">
                    <a16:creationId xmlns:a16="http://schemas.microsoft.com/office/drawing/2014/main" id="{15AA0164-BFA0-4CAD-8F7E-9C7AE9246010}"/>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AA2216D6-5A6B-4908-A34A-0E023CC6AAFA}"/>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A5F5CA25-2769-435F-920E-C76E9B9BC9BC}"/>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900777CB-A477-4B9F-BA9F-87E8663FB58B}"/>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2171D77A-68F3-4EC2-9A78-3E6959988EE4}"/>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9AD2DE8D-5310-4D6E-B846-BD857B1E1534}"/>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FC941698-D2B7-4EB6-A808-55534BDBB4C0}"/>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F8E7C8A4-02BF-4319-BCC3-35B6201A8153}"/>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CF379B05-DF67-4044-B9F3-67968CC202B8}"/>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61C7E10B-87FE-40A7-9FAE-140561BCD24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35" name="Group 134">
            <a:extLst>
              <a:ext uri="{FF2B5EF4-FFF2-40B4-BE49-F238E27FC236}">
                <a16:creationId xmlns:a16="http://schemas.microsoft.com/office/drawing/2014/main" id="{261AEE3D-9001-4C82-9DCD-CE42686F6937}"/>
              </a:ext>
            </a:extLst>
          </p:cNvPr>
          <p:cNvGrpSpPr/>
          <p:nvPr/>
        </p:nvGrpSpPr>
        <p:grpSpPr>
          <a:xfrm rot="16200000" flipV="1">
            <a:off x="365259" y="5411263"/>
            <a:ext cx="1729654" cy="848268"/>
            <a:chOff x="233739" y="283295"/>
            <a:chExt cx="1729654" cy="848268"/>
          </a:xfrm>
          <a:gradFill>
            <a:gsLst>
              <a:gs pos="0">
                <a:schemeClr val="accent5"/>
              </a:gs>
              <a:gs pos="100000">
                <a:schemeClr val="tx1">
                  <a:alpha val="0"/>
                </a:schemeClr>
              </a:gs>
            </a:gsLst>
            <a:lin ang="0" scaled="1"/>
          </a:gradFill>
        </p:grpSpPr>
        <p:grpSp>
          <p:nvGrpSpPr>
            <p:cNvPr id="136" name="Group 135">
              <a:extLst>
                <a:ext uri="{FF2B5EF4-FFF2-40B4-BE49-F238E27FC236}">
                  <a16:creationId xmlns:a16="http://schemas.microsoft.com/office/drawing/2014/main" id="{A5342358-1EB6-4780-8BC4-8D9B3EA7FACB}"/>
                </a:ext>
              </a:extLst>
            </p:cNvPr>
            <p:cNvGrpSpPr/>
            <p:nvPr/>
          </p:nvGrpSpPr>
          <p:grpSpPr>
            <a:xfrm rot="5400000">
              <a:off x="1055270" y="-538236"/>
              <a:ext cx="86591" cy="1729654"/>
              <a:chOff x="85292" y="59892"/>
              <a:chExt cx="86591" cy="1729654"/>
            </a:xfrm>
            <a:grpFill/>
          </p:grpSpPr>
          <p:sp>
            <p:nvSpPr>
              <p:cNvPr id="170" name="Oval 169">
                <a:extLst>
                  <a:ext uri="{FF2B5EF4-FFF2-40B4-BE49-F238E27FC236}">
                    <a16:creationId xmlns:a16="http://schemas.microsoft.com/office/drawing/2014/main" id="{C4A8087B-C0B5-434A-A10C-7B33D44DAB28}"/>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Oval 170">
                <a:extLst>
                  <a:ext uri="{FF2B5EF4-FFF2-40B4-BE49-F238E27FC236}">
                    <a16:creationId xmlns:a16="http://schemas.microsoft.com/office/drawing/2014/main" id="{CD74B87B-D028-457A-A5FF-84E278F287C4}"/>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Oval 171">
                <a:extLst>
                  <a:ext uri="{FF2B5EF4-FFF2-40B4-BE49-F238E27FC236}">
                    <a16:creationId xmlns:a16="http://schemas.microsoft.com/office/drawing/2014/main" id="{53E695C5-B56F-421A-83BD-26FDD28CE866}"/>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Oval 172">
                <a:extLst>
                  <a:ext uri="{FF2B5EF4-FFF2-40B4-BE49-F238E27FC236}">
                    <a16:creationId xmlns:a16="http://schemas.microsoft.com/office/drawing/2014/main" id="{C9EA34F2-8413-45DD-9BEB-6721A0607A3B}"/>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Oval 173">
                <a:extLst>
                  <a:ext uri="{FF2B5EF4-FFF2-40B4-BE49-F238E27FC236}">
                    <a16:creationId xmlns:a16="http://schemas.microsoft.com/office/drawing/2014/main" id="{BC699E6A-F376-496E-A473-BFA2EDFD2C52}"/>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Oval 174">
                <a:extLst>
                  <a:ext uri="{FF2B5EF4-FFF2-40B4-BE49-F238E27FC236}">
                    <a16:creationId xmlns:a16="http://schemas.microsoft.com/office/drawing/2014/main" id="{B775EE77-4331-4300-9950-3C56C64D87A0}"/>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Oval 175">
                <a:extLst>
                  <a:ext uri="{FF2B5EF4-FFF2-40B4-BE49-F238E27FC236}">
                    <a16:creationId xmlns:a16="http://schemas.microsoft.com/office/drawing/2014/main" id="{C4A03368-58BB-4D4A-94D8-39C4E5D9C8E9}"/>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Oval 176">
                <a:extLst>
                  <a:ext uri="{FF2B5EF4-FFF2-40B4-BE49-F238E27FC236}">
                    <a16:creationId xmlns:a16="http://schemas.microsoft.com/office/drawing/2014/main" id="{58FFF12A-C9F4-402C-9848-BC33F625940F}"/>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Oval 177">
                <a:extLst>
                  <a:ext uri="{FF2B5EF4-FFF2-40B4-BE49-F238E27FC236}">
                    <a16:creationId xmlns:a16="http://schemas.microsoft.com/office/drawing/2014/main" id="{D37447ED-8E75-4B63-9F63-1D2FE87442B4}"/>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Oval 178">
                <a:extLst>
                  <a:ext uri="{FF2B5EF4-FFF2-40B4-BE49-F238E27FC236}">
                    <a16:creationId xmlns:a16="http://schemas.microsoft.com/office/drawing/2014/main" id="{35F4C134-D2CC-4C05-BF71-4B0D7CFD9F2C}"/>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7" name="Group 136">
              <a:extLst>
                <a:ext uri="{FF2B5EF4-FFF2-40B4-BE49-F238E27FC236}">
                  <a16:creationId xmlns:a16="http://schemas.microsoft.com/office/drawing/2014/main" id="{C5194267-A20B-46A0-A387-B52E950F9AC5}"/>
                </a:ext>
              </a:extLst>
            </p:cNvPr>
            <p:cNvGrpSpPr/>
            <p:nvPr/>
          </p:nvGrpSpPr>
          <p:grpSpPr>
            <a:xfrm rot="5400000">
              <a:off x="1055270" y="-284344"/>
              <a:ext cx="86591" cy="1729654"/>
              <a:chOff x="85292" y="59892"/>
              <a:chExt cx="86591" cy="1729654"/>
            </a:xfrm>
            <a:grpFill/>
          </p:grpSpPr>
          <p:sp>
            <p:nvSpPr>
              <p:cNvPr id="160" name="Oval 159">
                <a:extLst>
                  <a:ext uri="{FF2B5EF4-FFF2-40B4-BE49-F238E27FC236}">
                    <a16:creationId xmlns:a16="http://schemas.microsoft.com/office/drawing/2014/main" id="{B7DB14D3-21BD-459D-9C64-0E1365C9ABDF}"/>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Oval 160">
                <a:extLst>
                  <a:ext uri="{FF2B5EF4-FFF2-40B4-BE49-F238E27FC236}">
                    <a16:creationId xmlns:a16="http://schemas.microsoft.com/office/drawing/2014/main" id="{4FBF5261-2A31-430C-AC04-10812F49FA5E}"/>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Oval 161">
                <a:extLst>
                  <a:ext uri="{FF2B5EF4-FFF2-40B4-BE49-F238E27FC236}">
                    <a16:creationId xmlns:a16="http://schemas.microsoft.com/office/drawing/2014/main" id="{9FA16A2D-28FB-41DE-BAB7-71775174DF1D}"/>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a:extLst>
                  <a:ext uri="{FF2B5EF4-FFF2-40B4-BE49-F238E27FC236}">
                    <a16:creationId xmlns:a16="http://schemas.microsoft.com/office/drawing/2014/main" id="{6303D510-B18F-4CA3-A94A-795706CF8937}"/>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a:extLst>
                  <a:ext uri="{FF2B5EF4-FFF2-40B4-BE49-F238E27FC236}">
                    <a16:creationId xmlns:a16="http://schemas.microsoft.com/office/drawing/2014/main" id="{F1C79B2E-71EC-464D-8DB7-459CEDDDD580}"/>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Oval 164">
                <a:extLst>
                  <a:ext uri="{FF2B5EF4-FFF2-40B4-BE49-F238E27FC236}">
                    <a16:creationId xmlns:a16="http://schemas.microsoft.com/office/drawing/2014/main" id="{4C12D633-93EB-40AD-8CAE-214CAAC7E310}"/>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a:extLst>
                  <a:ext uri="{FF2B5EF4-FFF2-40B4-BE49-F238E27FC236}">
                    <a16:creationId xmlns:a16="http://schemas.microsoft.com/office/drawing/2014/main" id="{D64EFEAF-8662-4F95-8E60-18C21BCD8D1E}"/>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Oval 166">
                <a:extLst>
                  <a:ext uri="{FF2B5EF4-FFF2-40B4-BE49-F238E27FC236}">
                    <a16:creationId xmlns:a16="http://schemas.microsoft.com/office/drawing/2014/main" id="{CCD9501B-D6C6-481F-B3D1-C22C6099B82C}"/>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Oval 167">
                <a:extLst>
                  <a:ext uri="{FF2B5EF4-FFF2-40B4-BE49-F238E27FC236}">
                    <a16:creationId xmlns:a16="http://schemas.microsoft.com/office/drawing/2014/main" id="{87C33B58-B6A6-4904-835B-3F014CD80985}"/>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Oval 168">
                <a:extLst>
                  <a:ext uri="{FF2B5EF4-FFF2-40B4-BE49-F238E27FC236}">
                    <a16:creationId xmlns:a16="http://schemas.microsoft.com/office/drawing/2014/main" id="{1E181BB5-A304-4163-A860-D5824DC1E96A}"/>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8" name="Group 137">
              <a:extLst>
                <a:ext uri="{FF2B5EF4-FFF2-40B4-BE49-F238E27FC236}">
                  <a16:creationId xmlns:a16="http://schemas.microsoft.com/office/drawing/2014/main" id="{C666A0C8-90C3-4AE5-AB66-673AA2FD8FD7}"/>
                </a:ext>
              </a:extLst>
            </p:cNvPr>
            <p:cNvGrpSpPr/>
            <p:nvPr/>
          </p:nvGrpSpPr>
          <p:grpSpPr>
            <a:xfrm rot="5400000">
              <a:off x="1055270" y="-30452"/>
              <a:ext cx="86591" cy="1729654"/>
              <a:chOff x="85292" y="59892"/>
              <a:chExt cx="86591" cy="1729654"/>
            </a:xfrm>
            <a:grpFill/>
          </p:grpSpPr>
          <p:sp>
            <p:nvSpPr>
              <p:cNvPr id="150" name="Oval 149">
                <a:extLst>
                  <a:ext uri="{FF2B5EF4-FFF2-40B4-BE49-F238E27FC236}">
                    <a16:creationId xmlns:a16="http://schemas.microsoft.com/office/drawing/2014/main" id="{A0852113-F440-48C1-BACC-32044655ED39}"/>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a:extLst>
                  <a:ext uri="{FF2B5EF4-FFF2-40B4-BE49-F238E27FC236}">
                    <a16:creationId xmlns:a16="http://schemas.microsoft.com/office/drawing/2014/main" id="{9474DAE9-8E5E-4D44-B6D3-DF2A03E00F2E}"/>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a:extLst>
                  <a:ext uri="{FF2B5EF4-FFF2-40B4-BE49-F238E27FC236}">
                    <a16:creationId xmlns:a16="http://schemas.microsoft.com/office/drawing/2014/main" id="{8E0F1E20-18FB-4529-AF64-7B8E700705BA}"/>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a:extLst>
                  <a:ext uri="{FF2B5EF4-FFF2-40B4-BE49-F238E27FC236}">
                    <a16:creationId xmlns:a16="http://schemas.microsoft.com/office/drawing/2014/main" id="{D0E06559-C5AE-4654-AC9E-25CC2D306A26}"/>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a:extLst>
                  <a:ext uri="{FF2B5EF4-FFF2-40B4-BE49-F238E27FC236}">
                    <a16:creationId xmlns:a16="http://schemas.microsoft.com/office/drawing/2014/main" id="{4B224CDD-C016-401C-8884-F5F1C3CFDA86}"/>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a:extLst>
                  <a:ext uri="{FF2B5EF4-FFF2-40B4-BE49-F238E27FC236}">
                    <a16:creationId xmlns:a16="http://schemas.microsoft.com/office/drawing/2014/main" id="{4A537160-05BE-4E0A-B558-CDEF372F9542}"/>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E4DAE5C0-B672-4B98-AC09-630C6E884B52}"/>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a:extLst>
                  <a:ext uri="{FF2B5EF4-FFF2-40B4-BE49-F238E27FC236}">
                    <a16:creationId xmlns:a16="http://schemas.microsoft.com/office/drawing/2014/main" id="{3343B6A1-959F-4F80-B5FF-6BEDDFD720E0}"/>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Oval 157">
                <a:extLst>
                  <a:ext uri="{FF2B5EF4-FFF2-40B4-BE49-F238E27FC236}">
                    <a16:creationId xmlns:a16="http://schemas.microsoft.com/office/drawing/2014/main" id="{6926F93A-D2BA-45F8-A88E-A4A4AF4CEDE7}"/>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a:extLst>
                  <a:ext uri="{FF2B5EF4-FFF2-40B4-BE49-F238E27FC236}">
                    <a16:creationId xmlns:a16="http://schemas.microsoft.com/office/drawing/2014/main" id="{4C61F4F3-5C3A-4FCF-BFBB-08D5F4DABD82}"/>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9" name="Group 138">
              <a:extLst>
                <a:ext uri="{FF2B5EF4-FFF2-40B4-BE49-F238E27FC236}">
                  <a16:creationId xmlns:a16="http://schemas.microsoft.com/office/drawing/2014/main" id="{602B398F-6A9A-4537-8A5A-ABAD452CCC88}"/>
                </a:ext>
              </a:extLst>
            </p:cNvPr>
            <p:cNvGrpSpPr/>
            <p:nvPr/>
          </p:nvGrpSpPr>
          <p:grpSpPr>
            <a:xfrm rot="5400000">
              <a:off x="1055270" y="223441"/>
              <a:ext cx="86591" cy="1729654"/>
              <a:chOff x="85292" y="59892"/>
              <a:chExt cx="86591" cy="1729654"/>
            </a:xfrm>
            <a:grpFill/>
          </p:grpSpPr>
          <p:sp>
            <p:nvSpPr>
              <p:cNvPr id="140" name="Oval 139">
                <a:extLst>
                  <a:ext uri="{FF2B5EF4-FFF2-40B4-BE49-F238E27FC236}">
                    <a16:creationId xmlns:a16="http://schemas.microsoft.com/office/drawing/2014/main" id="{B6315008-829B-4456-8C70-C0C92FA9397E}"/>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81C9520D-31BA-4C4E-928B-5D745854F2FE}"/>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a:extLst>
                  <a:ext uri="{FF2B5EF4-FFF2-40B4-BE49-F238E27FC236}">
                    <a16:creationId xmlns:a16="http://schemas.microsoft.com/office/drawing/2014/main" id="{9CDD773E-2901-4128-A2EB-1DE988ABA9F6}"/>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a:extLst>
                  <a:ext uri="{FF2B5EF4-FFF2-40B4-BE49-F238E27FC236}">
                    <a16:creationId xmlns:a16="http://schemas.microsoft.com/office/drawing/2014/main" id="{672561CD-8371-4BAA-949D-45F7CE217170}"/>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a:extLst>
                  <a:ext uri="{FF2B5EF4-FFF2-40B4-BE49-F238E27FC236}">
                    <a16:creationId xmlns:a16="http://schemas.microsoft.com/office/drawing/2014/main" id="{E92666E2-D47E-46A2-BA26-1DB275D6F394}"/>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a:extLst>
                  <a:ext uri="{FF2B5EF4-FFF2-40B4-BE49-F238E27FC236}">
                    <a16:creationId xmlns:a16="http://schemas.microsoft.com/office/drawing/2014/main" id="{B4376473-9396-4CF0-A5C4-BFB56CA049D7}"/>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0F220628-EF66-4DF5-ABD2-C51E81F1A8D6}"/>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Oval 146">
                <a:extLst>
                  <a:ext uri="{FF2B5EF4-FFF2-40B4-BE49-F238E27FC236}">
                    <a16:creationId xmlns:a16="http://schemas.microsoft.com/office/drawing/2014/main" id="{563AEB5C-01CF-499E-A735-43F622168FA0}"/>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Oval 147">
                <a:extLst>
                  <a:ext uri="{FF2B5EF4-FFF2-40B4-BE49-F238E27FC236}">
                    <a16:creationId xmlns:a16="http://schemas.microsoft.com/office/drawing/2014/main" id="{2AA6AE08-C2E9-4229-A95C-B3B78C3BE796}"/>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Oval 148">
                <a:extLst>
                  <a:ext uri="{FF2B5EF4-FFF2-40B4-BE49-F238E27FC236}">
                    <a16:creationId xmlns:a16="http://schemas.microsoft.com/office/drawing/2014/main" id="{94C4C55B-CDDF-4959-9F23-AD852B0C613A}"/>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9" name="Group 8">
            <a:extLst>
              <a:ext uri="{FF2B5EF4-FFF2-40B4-BE49-F238E27FC236}">
                <a16:creationId xmlns:a16="http://schemas.microsoft.com/office/drawing/2014/main" id="{6947FDF1-4350-4951-A96A-63A3F959018C}"/>
              </a:ext>
            </a:extLst>
          </p:cNvPr>
          <p:cNvGrpSpPr/>
          <p:nvPr/>
        </p:nvGrpSpPr>
        <p:grpSpPr>
          <a:xfrm>
            <a:off x="-199673" y="-14513"/>
            <a:ext cx="2977710" cy="2422520"/>
            <a:chOff x="-278053" y="-14514"/>
            <a:chExt cx="4378100" cy="4180769"/>
          </a:xfrm>
        </p:grpSpPr>
        <p:sp>
          <p:nvSpPr>
            <p:cNvPr id="31" name="Freeform: Shape 30">
              <a:extLst>
                <a:ext uri="{FF2B5EF4-FFF2-40B4-BE49-F238E27FC236}">
                  <a16:creationId xmlns:a16="http://schemas.microsoft.com/office/drawing/2014/main" id="{A1061280-2CC9-4868-9419-4DB07D6057D5}"/>
                </a:ext>
              </a:extLst>
            </p:cNvPr>
            <p:cNvSpPr/>
            <p:nvPr/>
          </p:nvSpPr>
          <p:spPr>
            <a:xfrm>
              <a:off x="0" y="0"/>
              <a:ext cx="3095172" cy="3812304"/>
            </a:xfrm>
            <a:custGeom>
              <a:avLst/>
              <a:gdLst>
                <a:gd name="connsiteX0" fmla="*/ 0 w 3095172"/>
                <a:gd name="connsiteY0" fmla="*/ 0 h 3812304"/>
                <a:gd name="connsiteX1" fmla="*/ 3084978 w 3095172"/>
                <a:gd name="connsiteY1" fmla="*/ 0 h 3812304"/>
                <a:gd name="connsiteX2" fmla="*/ 3095172 w 3095172"/>
                <a:gd name="connsiteY2" fmla="*/ 222703 h 3812304"/>
                <a:gd name="connsiteX3" fmla="*/ 2859453 w 3095172"/>
                <a:gd name="connsiteY3" fmla="*/ 1512050 h 3812304"/>
                <a:gd name="connsiteX4" fmla="*/ 2805425 w 3095172"/>
                <a:gd name="connsiteY4" fmla="*/ 1637142 h 3812304"/>
                <a:gd name="connsiteX5" fmla="*/ 2755796 w 3095172"/>
                <a:gd name="connsiteY5" fmla="*/ 1592036 h 3812304"/>
                <a:gd name="connsiteX6" fmla="*/ 1929492 w 3095172"/>
                <a:gd name="connsiteY6" fmla="*/ 1295400 h 3812304"/>
                <a:gd name="connsiteX7" fmla="*/ 630462 w 3095172"/>
                <a:gd name="connsiteY7" fmla="*/ 2594430 h 3812304"/>
                <a:gd name="connsiteX8" fmla="*/ 927098 w 3095172"/>
                <a:gd name="connsiteY8" fmla="*/ 3420734 h 3812304"/>
                <a:gd name="connsiteX9" fmla="*/ 1005858 w 3095172"/>
                <a:gd name="connsiteY9" fmla="*/ 3507392 h 3812304"/>
                <a:gd name="connsiteX10" fmla="*/ 949568 w 3095172"/>
                <a:gd name="connsiteY10" fmla="*/ 3535680 h 3812304"/>
                <a:gd name="connsiteX11" fmla="*/ 18812 w 3095172"/>
                <a:gd name="connsiteY11" fmla="*/ 3809914 h 3812304"/>
                <a:gd name="connsiteX12" fmla="*/ 0 w 3095172"/>
                <a:gd name="connsiteY12" fmla="*/ 3812304 h 3812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95172" h="3812304">
                  <a:moveTo>
                    <a:pt x="0" y="0"/>
                  </a:moveTo>
                  <a:lnTo>
                    <a:pt x="3084978" y="0"/>
                  </a:lnTo>
                  <a:lnTo>
                    <a:pt x="3095172" y="222703"/>
                  </a:lnTo>
                  <a:cubicBezTo>
                    <a:pt x="3095172" y="676792"/>
                    <a:pt x="3011772" y="1111402"/>
                    <a:pt x="2859453" y="1512050"/>
                  </a:cubicBezTo>
                  <a:lnTo>
                    <a:pt x="2805425" y="1637142"/>
                  </a:lnTo>
                  <a:lnTo>
                    <a:pt x="2755796" y="1592036"/>
                  </a:lnTo>
                  <a:cubicBezTo>
                    <a:pt x="2531247" y="1406721"/>
                    <a:pt x="2243369" y="1295400"/>
                    <a:pt x="1929492" y="1295400"/>
                  </a:cubicBezTo>
                  <a:cubicBezTo>
                    <a:pt x="1212058" y="1295400"/>
                    <a:pt x="630462" y="1876996"/>
                    <a:pt x="630462" y="2594430"/>
                  </a:cubicBezTo>
                  <a:cubicBezTo>
                    <a:pt x="630462" y="2908308"/>
                    <a:pt x="741783" y="3196185"/>
                    <a:pt x="927098" y="3420734"/>
                  </a:cubicBezTo>
                  <a:lnTo>
                    <a:pt x="1005858" y="3507392"/>
                  </a:lnTo>
                  <a:lnTo>
                    <a:pt x="949568" y="3535680"/>
                  </a:lnTo>
                  <a:cubicBezTo>
                    <a:pt x="657717" y="3666560"/>
                    <a:pt x="345428" y="3760008"/>
                    <a:pt x="18812" y="3809914"/>
                  </a:cubicBezTo>
                  <a:lnTo>
                    <a:pt x="0" y="3812304"/>
                  </a:lnTo>
                  <a:close/>
                </a:path>
              </a:pathLst>
            </a:custGeom>
            <a:pattFill prst="dkDnDiag">
              <a:fgClr>
                <a:schemeClr val="tx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Oval 26">
              <a:extLst>
                <a:ext uri="{FF2B5EF4-FFF2-40B4-BE49-F238E27FC236}">
                  <a16:creationId xmlns:a16="http://schemas.microsoft.com/office/drawing/2014/main" id="{901CB9B4-5CBA-4709-A059-ED1871811C8F}"/>
                </a:ext>
              </a:extLst>
            </p:cNvPr>
            <p:cNvSpPr/>
            <p:nvPr/>
          </p:nvSpPr>
          <p:spPr>
            <a:xfrm>
              <a:off x="855913" y="1520851"/>
              <a:ext cx="2147156" cy="2147156"/>
            </a:xfrm>
            <a:prstGeom prst="ellipse">
              <a:avLst/>
            </a:prstGeom>
            <a:pattFill prst="dkUpDiag">
              <a:fgClr>
                <a:schemeClr val="accent6"/>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4" name="Oval 133">
              <a:extLst>
                <a:ext uri="{FF2B5EF4-FFF2-40B4-BE49-F238E27FC236}">
                  <a16:creationId xmlns:a16="http://schemas.microsoft.com/office/drawing/2014/main" id="{3534A283-D6F1-4E8B-BF3A-28D16348D5B4}"/>
                </a:ext>
              </a:extLst>
            </p:cNvPr>
            <p:cNvSpPr/>
            <p:nvPr/>
          </p:nvSpPr>
          <p:spPr>
            <a:xfrm>
              <a:off x="339171" y="1022603"/>
              <a:ext cx="3143652" cy="3143652"/>
            </a:xfrm>
            <a:prstGeom prst="ellipse">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1" name="Straight Connector 180">
              <a:extLst>
                <a:ext uri="{FF2B5EF4-FFF2-40B4-BE49-F238E27FC236}">
                  <a16:creationId xmlns:a16="http://schemas.microsoft.com/office/drawing/2014/main" id="{7DF08E34-F84D-4D03-BF32-87385864C229}"/>
                </a:ext>
              </a:extLst>
            </p:cNvPr>
            <p:cNvCxnSpPr>
              <a:cxnSpLocks/>
            </p:cNvCxnSpPr>
            <p:nvPr/>
          </p:nvCxnSpPr>
          <p:spPr>
            <a:xfrm>
              <a:off x="1929491" y="-14514"/>
              <a:ext cx="0" cy="1045028"/>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9AF6CD69-72B4-406D-AC8B-6102A29968B9}"/>
                </a:ext>
              </a:extLst>
            </p:cNvPr>
            <p:cNvCxnSpPr>
              <a:cxnSpLocks/>
            </p:cNvCxnSpPr>
            <p:nvPr/>
          </p:nvCxnSpPr>
          <p:spPr>
            <a:xfrm flipH="1">
              <a:off x="-3481" y="2594429"/>
              <a:ext cx="327572" cy="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82" name="Title 1">
              <a:extLst>
                <a:ext uri="{FF2B5EF4-FFF2-40B4-BE49-F238E27FC236}">
                  <a16:creationId xmlns:a16="http://schemas.microsoft.com/office/drawing/2014/main" id="{B35FC0DB-1F16-4417-B7D1-566E302BB487}"/>
                </a:ext>
              </a:extLst>
            </p:cNvPr>
            <p:cNvSpPr txBox="1">
              <a:spLocks/>
            </p:cNvSpPr>
            <p:nvPr/>
          </p:nvSpPr>
          <p:spPr>
            <a:xfrm>
              <a:off x="-278053" y="1292445"/>
              <a:ext cx="4378100" cy="2549563"/>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tx1"/>
                  </a:solidFill>
                  <a:latin typeface="Georgia" panose="02040502050405020303" pitchFamily="18" charset="0"/>
                  <a:ea typeface="+mj-ea"/>
                  <a:cs typeface="+mj-cs"/>
                </a:defRPr>
              </a:lvl1pPr>
            </a:lstStyle>
            <a:p>
              <a:pPr algn="ctr">
                <a:lnSpc>
                  <a:spcPct val="100000"/>
                </a:lnSpc>
              </a:pPr>
              <a:r>
                <a:rPr lang="en-US" sz="9600" i="1" dirty="0">
                  <a:solidFill>
                    <a:schemeClr val="bg1"/>
                  </a:solidFill>
                  <a:latin typeface="Segoe UI" panose="020B0502040204020203" pitchFamily="34" charset="0"/>
                  <a:cs typeface="Segoe UI" panose="020B0502040204020203" pitchFamily="34" charset="0"/>
                </a:rPr>
                <a:t>O</a:t>
              </a:r>
              <a:endParaRPr lang="en-US" sz="11500" b="0" i="1" dirty="0">
                <a:solidFill>
                  <a:schemeClr val="bg1"/>
                </a:solidFill>
                <a:latin typeface="Segoe UI Light" panose="020B0502040204020203" pitchFamily="34" charset="0"/>
                <a:cs typeface="Segoe UI" panose="020B0502040204020203" pitchFamily="34" charset="0"/>
              </a:endParaRPr>
            </a:p>
          </p:txBody>
        </p:sp>
      </p:grpSp>
      <p:sp>
        <p:nvSpPr>
          <p:cNvPr id="184" name="Title 1">
            <a:extLst>
              <a:ext uri="{FF2B5EF4-FFF2-40B4-BE49-F238E27FC236}">
                <a16:creationId xmlns:a16="http://schemas.microsoft.com/office/drawing/2014/main" id="{25572F77-CF54-4B07-A5F9-3F62A71A9618}"/>
              </a:ext>
            </a:extLst>
          </p:cNvPr>
          <p:cNvSpPr txBox="1">
            <a:spLocks/>
          </p:cNvSpPr>
          <p:nvPr/>
        </p:nvSpPr>
        <p:spPr>
          <a:xfrm>
            <a:off x="1181273" y="1098404"/>
            <a:ext cx="4378100" cy="83099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tx1"/>
                </a:solidFill>
                <a:latin typeface="Georgia" panose="02040502050405020303" pitchFamily="18" charset="0"/>
                <a:ea typeface="+mj-ea"/>
                <a:cs typeface="+mj-cs"/>
              </a:defRPr>
            </a:lvl1pPr>
          </a:lstStyle>
          <a:p>
            <a:pPr algn="ctr">
              <a:lnSpc>
                <a:spcPct val="100000"/>
              </a:lnSpc>
            </a:pPr>
            <a:r>
              <a:rPr lang="en-US" sz="5400" i="1" dirty="0">
                <a:solidFill>
                  <a:schemeClr val="bg1"/>
                </a:solidFill>
                <a:latin typeface="Segoe UI" panose="020B0502040204020203" pitchFamily="34" charset="0"/>
                <a:cs typeface="Segoe UI" panose="020B0502040204020203" pitchFamily="34" charset="0"/>
              </a:rPr>
              <a:t>BJECTIVES</a:t>
            </a:r>
            <a:endParaRPr lang="en-US" sz="6000" b="0" i="1" dirty="0">
              <a:solidFill>
                <a:schemeClr val="bg1"/>
              </a:solidFill>
              <a:latin typeface="Segoe UI Light" panose="020B0502040204020203" pitchFamily="34" charset="0"/>
              <a:cs typeface="Segoe UI" panose="020B0502040204020203" pitchFamily="34" charset="0"/>
            </a:endParaRPr>
          </a:p>
        </p:txBody>
      </p:sp>
      <p:sp>
        <p:nvSpPr>
          <p:cNvPr id="185" name="TextBox 184">
            <a:extLst>
              <a:ext uri="{FF2B5EF4-FFF2-40B4-BE49-F238E27FC236}">
                <a16:creationId xmlns:a16="http://schemas.microsoft.com/office/drawing/2014/main" id="{CD2E469E-808D-489D-BE6D-4E5F88F1E141}"/>
              </a:ext>
            </a:extLst>
          </p:cNvPr>
          <p:cNvSpPr txBox="1"/>
          <p:nvPr/>
        </p:nvSpPr>
        <p:spPr>
          <a:xfrm>
            <a:off x="2212415" y="1973243"/>
            <a:ext cx="9855882" cy="1160511"/>
          </a:xfrm>
          <a:prstGeom prst="rect">
            <a:avLst/>
          </a:prstGeom>
          <a:noFill/>
        </p:spPr>
        <p:txBody>
          <a:bodyPr wrap="square">
            <a:spAutoFit/>
          </a:bodyPr>
          <a:lstStyle/>
          <a:p>
            <a:pPr>
              <a:lnSpc>
                <a:spcPct val="150000"/>
              </a:lnSpc>
            </a:pPr>
            <a:r>
              <a:rPr lang="en-US" sz="1600" b="0" i="0" dirty="0">
                <a:solidFill>
                  <a:srgbClr val="F0F6FC"/>
                </a:solidFill>
                <a:effectLst/>
                <a:latin typeface="-apple-system"/>
              </a:rPr>
              <a:t>CoreDataEngineers is expanding into the sales of goods and services. </a:t>
            </a:r>
          </a:p>
          <a:p>
            <a:pPr>
              <a:lnSpc>
                <a:spcPct val="150000"/>
              </a:lnSpc>
            </a:pPr>
            <a:r>
              <a:rPr lang="en-US" sz="1600" b="0" i="0" dirty="0">
                <a:solidFill>
                  <a:srgbClr val="F0F6FC"/>
                </a:solidFill>
                <a:effectLst/>
                <a:latin typeface="-apple-system"/>
              </a:rPr>
              <a:t>To make informed business decisions and develop a competitive strategy, it is essential to conduct a comprehensive analysis of its competitor, </a:t>
            </a:r>
            <a:r>
              <a:rPr lang="en-US" sz="1600" b="1" i="1" dirty="0">
                <a:solidFill>
                  <a:srgbClr val="F0F6FC"/>
                </a:solidFill>
                <a:effectLst/>
                <a:latin typeface="-apple-system"/>
              </a:rPr>
              <a:t>Parch &amp; Posey.</a:t>
            </a:r>
            <a:endParaRPr lang="en-US" sz="1600" b="1" i="1" dirty="0"/>
          </a:p>
        </p:txBody>
      </p:sp>
      <p:sp>
        <p:nvSpPr>
          <p:cNvPr id="186" name="TextBox 185">
            <a:extLst>
              <a:ext uri="{FF2B5EF4-FFF2-40B4-BE49-F238E27FC236}">
                <a16:creationId xmlns:a16="http://schemas.microsoft.com/office/drawing/2014/main" id="{3AC6F944-B3A4-42DC-B8AF-F5F0B660AFD8}"/>
              </a:ext>
            </a:extLst>
          </p:cNvPr>
          <p:cNvSpPr txBox="1"/>
          <p:nvPr/>
        </p:nvSpPr>
        <p:spPr>
          <a:xfrm>
            <a:off x="2212415" y="3371781"/>
            <a:ext cx="9990144" cy="3284169"/>
          </a:xfrm>
          <a:prstGeom prst="rect">
            <a:avLst/>
          </a:prstGeom>
          <a:noFill/>
        </p:spPr>
        <p:txBody>
          <a:bodyPr wrap="square">
            <a:spAutoFit/>
          </a:bodyPr>
          <a:lstStyle/>
          <a:p>
            <a:r>
              <a:rPr lang="en-US" b="0" i="0" dirty="0">
                <a:solidFill>
                  <a:srgbClr val="F0F6FC"/>
                </a:solidFill>
                <a:effectLst/>
                <a:latin typeface="-apple-system"/>
              </a:rPr>
              <a:t>Key Aims:</a:t>
            </a:r>
          </a:p>
          <a:p>
            <a:pPr marL="285750" indent="-285750">
              <a:lnSpc>
                <a:spcPct val="150000"/>
              </a:lnSpc>
              <a:buFont typeface="Arial" panose="020B0604020202020204" pitchFamily="34" charset="0"/>
              <a:buChar char="•"/>
            </a:pPr>
            <a:r>
              <a:rPr lang="en-US" sz="1600" b="0" i="0" dirty="0">
                <a:solidFill>
                  <a:srgbClr val="F0F6FC"/>
                </a:solidFill>
                <a:effectLst/>
                <a:latin typeface="-apple-system"/>
              </a:rPr>
              <a:t>To gain a clear understanding of the sales of goods and services market dynamics.</a:t>
            </a:r>
          </a:p>
          <a:p>
            <a:pPr marL="285750" indent="-285750">
              <a:lnSpc>
                <a:spcPct val="150000"/>
              </a:lnSpc>
              <a:buFont typeface="Arial" panose="020B0604020202020204" pitchFamily="34" charset="0"/>
              <a:buChar char="•"/>
            </a:pPr>
            <a:r>
              <a:rPr lang="en-US" sz="1600" b="0" i="0" dirty="0">
                <a:solidFill>
                  <a:srgbClr val="F0F6FC"/>
                </a:solidFill>
                <a:effectLst/>
                <a:latin typeface="-apple-system"/>
              </a:rPr>
              <a:t>To evaluate Parch &amp; Posey’s competitive strengths and weaknesses across products, pricing, customer engagement etc.</a:t>
            </a:r>
          </a:p>
          <a:p>
            <a:pPr marL="285750" indent="-285750">
              <a:lnSpc>
                <a:spcPct val="150000"/>
              </a:lnSpc>
              <a:buFont typeface="Arial" panose="020B0604020202020204" pitchFamily="34" charset="0"/>
              <a:buChar char="•"/>
            </a:pPr>
            <a:r>
              <a:rPr lang="en-US" sz="1600" b="0" i="0" dirty="0">
                <a:solidFill>
                  <a:srgbClr val="F0F6FC"/>
                </a:solidFill>
                <a:effectLst/>
                <a:latin typeface="-apple-system"/>
              </a:rPr>
              <a:t>To identify potential customer segments and assess unmet needs.</a:t>
            </a:r>
          </a:p>
          <a:p>
            <a:pPr marL="285750" indent="-285750">
              <a:lnSpc>
                <a:spcPct val="150000"/>
              </a:lnSpc>
              <a:buFont typeface="Arial" panose="020B0604020202020204" pitchFamily="34" charset="0"/>
              <a:buChar char="•"/>
            </a:pPr>
            <a:r>
              <a:rPr lang="en-US" sz="1600" b="0" i="0" dirty="0">
                <a:solidFill>
                  <a:srgbClr val="F0F6FC"/>
                </a:solidFill>
                <a:effectLst/>
                <a:latin typeface="-apple-system"/>
              </a:rPr>
              <a:t>To uncover market gaps and opportunities that CoreDataEngineers can capitalize on.</a:t>
            </a:r>
          </a:p>
          <a:p>
            <a:pPr marL="285750" indent="-285750">
              <a:lnSpc>
                <a:spcPct val="150000"/>
              </a:lnSpc>
              <a:buFont typeface="Arial" panose="020B0604020202020204" pitchFamily="34" charset="0"/>
              <a:buChar char="•"/>
            </a:pPr>
            <a:r>
              <a:rPr lang="en-US" sz="1600" b="0" i="0" dirty="0">
                <a:solidFill>
                  <a:srgbClr val="F0F6FC"/>
                </a:solidFill>
                <a:effectLst/>
                <a:latin typeface="-apple-system"/>
              </a:rPr>
              <a:t>To evaluate industry best practices in sales and customer service.</a:t>
            </a:r>
          </a:p>
          <a:p>
            <a:pPr marL="285750" indent="-285750">
              <a:lnSpc>
                <a:spcPct val="150000"/>
              </a:lnSpc>
              <a:buFont typeface="Arial" panose="020B0604020202020204" pitchFamily="34" charset="0"/>
              <a:buChar char="•"/>
            </a:pPr>
            <a:r>
              <a:rPr lang="en-US" sz="1600" b="0" i="0" dirty="0">
                <a:solidFill>
                  <a:srgbClr val="F0F6FC"/>
                </a:solidFill>
                <a:effectLst/>
                <a:latin typeface="-apple-system"/>
              </a:rPr>
              <a:t>To assess emerging trends and consumer preferences within the industry.</a:t>
            </a:r>
          </a:p>
          <a:p>
            <a:pPr marL="285750" indent="-285750">
              <a:lnSpc>
                <a:spcPct val="150000"/>
              </a:lnSpc>
              <a:buFont typeface="Arial" panose="020B0604020202020204" pitchFamily="34" charset="0"/>
              <a:buChar char="•"/>
            </a:pPr>
            <a:r>
              <a:rPr lang="en-US" sz="1600" b="0" i="0" dirty="0">
                <a:solidFill>
                  <a:srgbClr val="F0F6FC"/>
                </a:solidFill>
                <a:effectLst/>
                <a:latin typeface="-apple-system"/>
              </a:rPr>
              <a:t>To inform strategic positioning and guide data-driven decision-making for market entry and growth.</a:t>
            </a:r>
            <a:endParaRPr lang="en-US" sz="1600" dirty="0"/>
          </a:p>
        </p:txBody>
      </p:sp>
      <p:pic>
        <p:nvPicPr>
          <p:cNvPr id="187" name="Image 8">
            <a:extLst>
              <a:ext uri="{FF2B5EF4-FFF2-40B4-BE49-F238E27FC236}">
                <a16:creationId xmlns:a16="http://schemas.microsoft.com/office/drawing/2014/main" id="{94D61395-309E-4D9D-A2DD-BE76295F2B38}"/>
              </a:ext>
            </a:extLst>
          </p:cNvPr>
          <p:cNvPicPr/>
          <p:nvPr/>
        </p:nvPicPr>
        <p:blipFill>
          <a:blip r:embed="rId5" cstate="print"/>
          <a:stretch>
            <a:fillRect/>
          </a:stretch>
        </p:blipFill>
        <p:spPr>
          <a:xfrm>
            <a:off x="50606" y="125218"/>
            <a:ext cx="1189990" cy="380365"/>
          </a:xfrm>
          <a:prstGeom prst="rect">
            <a:avLst/>
          </a:prstGeom>
        </p:spPr>
      </p:pic>
    </p:spTree>
    <p:extLst>
      <p:ext uri="{BB962C8B-B14F-4D97-AF65-F5344CB8AC3E}">
        <p14:creationId xmlns:p14="http://schemas.microsoft.com/office/powerpoint/2010/main" val="1062741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Object 18" hidden="1">
            <a:extLst>
              <a:ext uri="{FF2B5EF4-FFF2-40B4-BE49-F238E27FC236}">
                <a16:creationId xmlns:a16="http://schemas.microsoft.com/office/drawing/2014/main" id="{7101138B-5CB1-9447-B76A-C3569D7861DA}"/>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92" name="think-cell Slide" r:id="rId5" imgW="7772400" imgH="10058400" progId="TCLayout.ActiveDocument.1">
                  <p:embed/>
                </p:oleObj>
              </mc:Choice>
              <mc:Fallback>
                <p:oleObj name="think-cell Slide" r:id="rId5" imgW="7772400" imgH="10058400" progId="TCLayout.ActiveDocument.1">
                  <p:embed/>
                  <p:pic>
                    <p:nvPicPr>
                      <p:cNvPr id="19" name="Object 18" hidden="1">
                        <a:extLst>
                          <a:ext uri="{FF2B5EF4-FFF2-40B4-BE49-F238E27FC236}">
                            <a16:creationId xmlns:a16="http://schemas.microsoft.com/office/drawing/2014/main" id="{7101138B-5CB1-9447-B76A-C3569D7861DA}"/>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43" name="Freeform 42">
            <a:extLst>
              <a:ext uri="{FF2B5EF4-FFF2-40B4-BE49-F238E27FC236}">
                <a16:creationId xmlns:a16="http://schemas.microsoft.com/office/drawing/2014/main" id="{F9AE8D5E-A2B6-B441-81C1-AD1098C6A36C}"/>
              </a:ext>
            </a:extLst>
          </p:cNvPr>
          <p:cNvSpPr/>
          <p:nvPr/>
        </p:nvSpPr>
        <p:spPr>
          <a:xfrm>
            <a:off x="-3" y="332974"/>
            <a:ext cx="12192000" cy="6858000"/>
          </a:xfrm>
          <a:custGeom>
            <a:avLst/>
            <a:gdLst>
              <a:gd name="connsiteX0" fmla="*/ 0 w 12192000"/>
              <a:gd name="connsiteY0" fmla="*/ 0 h 6858000"/>
              <a:gd name="connsiteX1" fmla="*/ 12192000 w 12192000"/>
              <a:gd name="connsiteY1" fmla="*/ 0 h 6858000"/>
              <a:gd name="connsiteX2" fmla="*/ 12192000 w 12192000"/>
              <a:gd name="connsiteY2" fmla="*/ 1663699 h 6858000"/>
              <a:gd name="connsiteX3" fmla="*/ 7188201 w 12192000"/>
              <a:gd name="connsiteY3" fmla="*/ 6667499 h 6858000"/>
              <a:gd name="connsiteX4" fmla="*/ 7193018 w 12192000"/>
              <a:gd name="connsiteY4" fmla="*/ 6858000 h 6858000"/>
              <a:gd name="connsiteX5" fmla="*/ 0 w 12192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0"/>
                </a:moveTo>
                <a:lnTo>
                  <a:pt x="12192000" y="0"/>
                </a:lnTo>
                <a:lnTo>
                  <a:pt x="12192000" y="1663699"/>
                </a:lnTo>
                <a:cubicBezTo>
                  <a:pt x="9428478" y="1663699"/>
                  <a:pt x="7188201" y="3903977"/>
                  <a:pt x="7188201" y="6667499"/>
                </a:cubicBezTo>
                <a:lnTo>
                  <a:pt x="7193018" y="6858000"/>
                </a:lnTo>
                <a:lnTo>
                  <a:pt x="0" y="6858000"/>
                </a:lnTo>
                <a:close/>
              </a:path>
            </a:pathLst>
          </a:custGeom>
          <a:gradFill flip="none" rotWithShape="1">
            <a:gsLst>
              <a:gs pos="0">
                <a:schemeClr val="tx1">
                  <a:alpha val="93000"/>
                </a:schemeClr>
              </a:gs>
              <a:gs pos="100000">
                <a:schemeClr val="tx1">
                  <a:alpha val="95000"/>
                </a:schemeClr>
              </a:gs>
              <a:gs pos="49000">
                <a:schemeClr val="tx1">
                  <a:alpha val="77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B332C908-8DF8-774B-AAB8-F56DF4093155}"/>
              </a:ext>
            </a:extLst>
          </p:cNvPr>
          <p:cNvSpPr/>
          <p:nvPr/>
        </p:nvSpPr>
        <p:spPr>
          <a:xfrm>
            <a:off x="7188202" y="1663700"/>
            <a:ext cx="5003799" cy="5194301"/>
          </a:xfrm>
          <a:custGeom>
            <a:avLst/>
            <a:gdLst>
              <a:gd name="connsiteX0" fmla="*/ 5003799 w 5003799"/>
              <a:gd name="connsiteY0" fmla="*/ 0 h 5194301"/>
              <a:gd name="connsiteX1" fmla="*/ 5003799 w 5003799"/>
              <a:gd name="connsiteY1" fmla="*/ 5194301 h 5194301"/>
              <a:gd name="connsiteX2" fmla="*/ 5003798 w 5003799"/>
              <a:gd name="connsiteY2" fmla="*/ 5194301 h 5194301"/>
              <a:gd name="connsiteX3" fmla="*/ 5003798 w 5003799"/>
              <a:gd name="connsiteY3" fmla="*/ 1948181 h 5194301"/>
              <a:gd name="connsiteX4" fmla="*/ 1757678 w 5003799"/>
              <a:gd name="connsiteY4" fmla="*/ 5194301 h 5194301"/>
              <a:gd name="connsiteX5" fmla="*/ 4817 w 5003799"/>
              <a:gd name="connsiteY5" fmla="*/ 5194301 h 5194301"/>
              <a:gd name="connsiteX6" fmla="*/ 0 w 5003799"/>
              <a:gd name="connsiteY6" fmla="*/ 5003800 h 5194301"/>
              <a:gd name="connsiteX7" fmla="*/ 5003799 w 5003799"/>
              <a:gd name="connsiteY7" fmla="*/ 0 h 5194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3799" h="5194301">
                <a:moveTo>
                  <a:pt x="5003799" y="0"/>
                </a:moveTo>
                <a:lnTo>
                  <a:pt x="5003799" y="5194301"/>
                </a:lnTo>
                <a:lnTo>
                  <a:pt x="5003798" y="5194301"/>
                </a:lnTo>
                <a:lnTo>
                  <a:pt x="5003798" y="1948181"/>
                </a:lnTo>
                <a:cubicBezTo>
                  <a:pt x="3211015" y="1948181"/>
                  <a:pt x="1757678" y="3401518"/>
                  <a:pt x="1757678" y="5194301"/>
                </a:cubicBezTo>
                <a:lnTo>
                  <a:pt x="4817" y="5194301"/>
                </a:lnTo>
                <a:lnTo>
                  <a:pt x="0" y="5003800"/>
                </a:lnTo>
                <a:cubicBezTo>
                  <a:pt x="0" y="2240278"/>
                  <a:pt x="2240277" y="0"/>
                  <a:pt x="5003799" y="0"/>
                </a:cubicBezTo>
                <a:close/>
              </a:path>
            </a:pathLst>
          </a:cu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11">
            <a:extLst>
              <a:ext uri="{FF2B5EF4-FFF2-40B4-BE49-F238E27FC236}">
                <a16:creationId xmlns:a16="http://schemas.microsoft.com/office/drawing/2014/main" id="{67ED3673-C8E9-DF43-9001-977F0131C8FB}"/>
              </a:ext>
            </a:extLst>
          </p:cNvPr>
          <p:cNvSpPr/>
          <p:nvPr/>
        </p:nvSpPr>
        <p:spPr>
          <a:xfrm>
            <a:off x="8945880" y="3611881"/>
            <a:ext cx="3246120" cy="3246121"/>
          </a:xfrm>
          <a:custGeom>
            <a:avLst/>
            <a:gdLst>
              <a:gd name="connsiteX0" fmla="*/ 3246120 w 3246120"/>
              <a:gd name="connsiteY0" fmla="*/ 0 h 3246121"/>
              <a:gd name="connsiteX1" fmla="*/ 3246120 w 3246120"/>
              <a:gd name="connsiteY1" fmla="*/ 3246121 h 3246121"/>
              <a:gd name="connsiteX2" fmla="*/ 0 w 3246120"/>
              <a:gd name="connsiteY2" fmla="*/ 3246121 h 3246121"/>
              <a:gd name="connsiteX3" fmla="*/ 0 w 3246120"/>
              <a:gd name="connsiteY3" fmla="*/ 3246120 h 3246121"/>
              <a:gd name="connsiteX4" fmla="*/ 3246120 w 3246120"/>
              <a:gd name="connsiteY4" fmla="*/ 0 h 32461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6120" h="3246121">
                <a:moveTo>
                  <a:pt x="3246120" y="0"/>
                </a:moveTo>
                <a:lnTo>
                  <a:pt x="3246120" y="3246121"/>
                </a:lnTo>
                <a:lnTo>
                  <a:pt x="0" y="3246121"/>
                </a:lnTo>
                <a:lnTo>
                  <a:pt x="0" y="3246120"/>
                </a:lnTo>
                <a:cubicBezTo>
                  <a:pt x="0" y="1453337"/>
                  <a:pt x="1453337" y="0"/>
                  <a:pt x="3246120" y="0"/>
                </a:cubicBezTo>
                <a:close/>
              </a:path>
            </a:pathLst>
          </a:custGeom>
          <a:solidFill>
            <a:schemeClr val="accent6">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6" name="Straight Connector 15">
            <a:extLst>
              <a:ext uri="{FF2B5EF4-FFF2-40B4-BE49-F238E27FC236}">
                <a16:creationId xmlns:a16="http://schemas.microsoft.com/office/drawing/2014/main" id="{F9807F79-747D-D149-B244-1E1C260EB4DD}"/>
              </a:ext>
            </a:extLst>
          </p:cNvPr>
          <p:cNvCxnSpPr>
            <a:cxnSpLocks/>
          </p:cNvCxnSpPr>
          <p:nvPr/>
        </p:nvCxnSpPr>
        <p:spPr>
          <a:xfrm flipH="1">
            <a:off x="7687160" y="6248400"/>
            <a:ext cx="1317355"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9032721B-EFE0-CA43-B14C-99FEE2ADCFBD}"/>
              </a:ext>
            </a:extLst>
          </p:cNvPr>
          <p:cNvSpPr/>
          <p:nvPr/>
        </p:nvSpPr>
        <p:spPr>
          <a:xfrm>
            <a:off x="6849117" y="5891372"/>
            <a:ext cx="714056" cy="71405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EBCB268-B108-C447-A492-BACFBB6ED445}"/>
              </a:ext>
            </a:extLst>
          </p:cNvPr>
          <p:cNvSpPr/>
          <p:nvPr/>
        </p:nvSpPr>
        <p:spPr>
          <a:xfrm>
            <a:off x="7439187" y="6124415"/>
            <a:ext cx="247972" cy="24797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4" name="Group 23">
            <a:extLst>
              <a:ext uri="{FF2B5EF4-FFF2-40B4-BE49-F238E27FC236}">
                <a16:creationId xmlns:a16="http://schemas.microsoft.com/office/drawing/2014/main" id="{615C8EF4-BE7A-2240-97D0-35182C93178A}"/>
              </a:ext>
            </a:extLst>
          </p:cNvPr>
          <p:cNvGrpSpPr/>
          <p:nvPr/>
        </p:nvGrpSpPr>
        <p:grpSpPr>
          <a:xfrm>
            <a:off x="533400" y="6176056"/>
            <a:ext cx="804758" cy="144689"/>
            <a:chOff x="4455886" y="479425"/>
            <a:chExt cx="804758" cy="144689"/>
          </a:xfrm>
        </p:grpSpPr>
        <p:cxnSp>
          <p:nvCxnSpPr>
            <p:cNvPr id="25" name="Straight Connector 24">
              <a:extLst>
                <a:ext uri="{FF2B5EF4-FFF2-40B4-BE49-F238E27FC236}">
                  <a16:creationId xmlns:a16="http://schemas.microsoft.com/office/drawing/2014/main" id="{FE1CF4CC-0C63-BC49-985C-046A8F157020}"/>
                </a:ext>
              </a:extLst>
            </p:cNvPr>
            <p:cNvCxnSpPr>
              <a:cxnSpLocks/>
            </p:cNvCxnSpPr>
            <p:nvPr/>
          </p:nvCxnSpPr>
          <p:spPr>
            <a:xfrm flipH="1">
              <a:off x="445588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CB38C0B-9E71-CF4B-A1C3-D4A98E2F3C96}"/>
                </a:ext>
              </a:extLst>
            </p:cNvPr>
            <p:cNvCxnSpPr>
              <a:cxnSpLocks/>
            </p:cNvCxnSpPr>
            <p:nvPr/>
          </p:nvCxnSpPr>
          <p:spPr>
            <a:xfrm flipH="1">
              <a:off x="460384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D5EF914-2AA5-A648-B8FF-9216ACEB6AA4}"/>
                </a:ext>
              </a:extLst>
            </p:cNvPr>
            <p:cNvCxnSpPr>
              <a:cxnSpLocks/>
            </p:cNvCxnSpPr>
            <p:nvPr/>
          </p:nvCxnSpPr>
          <p:spPr>
            <a:xfrm flipH="1">
              <a:off x="475179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7EA73EE-4645-BD4D-BD31-A72B56E9D955}"/>
                </a:ext>
              </a:extLst>
            </p:cNvPr>
            <p:cNvCxnSpPr>
              <a:cxnSpLocks/>
            </p:cNvCxnSpPr>
            <p:nvPr/>
          </p:nvCxnSpPr>
          <p:spPr>
            <a:xfrm flipH="1">
              <a:off x="489975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19FAB01-DA59-274C-913E-E6FE1A4476A2}"/>
                </a:ext>
              </a:extLst>
            </p:cNvPr>
            <p:cNvCxnSpPr>
              <a:cxnSpLocks/>
            </p:cNvCxnSpPr>
            <p:nvPr/>
          </p:nvCxnSpPr>
          <p:spPr>
            <a:xfrm flipH="1">
              <a:off x="504770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16DECE3-88A2-DF4E-BF8B-A1589D7B9C11}"/>
                </a:ext>
              </a:extLst>
            </p:cNvPr>
            <p:cNvCxnSpPr>
              <a:cxnSpLocks/>
            </p:cNvCxnSpPr>
            <p:nvPr/>
          </p:nvCxnSpPr>
          <p:spPr>
            <a:xfrm flipH="1">
              <a:off x="519566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a:extLst>
              <a:ext uri="{FF2B5EF4-FFF2-40B4-BE49-F238E27FC236}">
                <a16:creationId xmlns:a16="http://schemas.microsoft.com/office/drawing/2014/main" id="{FC05C889-F6A6-9747-8D76-00B399714C10}"/>
              </a:ext>
            </a:extLst>
          </p:cNvPr>
          <p:cNvCxnSpPr>
            <a:cxnSpLocks/>
          </p:cNvCxnSpPr>
          <p:nvPr/>
        </p:nvCxnSpPr>
        <p:spPr>
          <a:xfrm flipH="1">
            <a:off x="1" y="6248400"/>
            <a:ext cx="308918" cy="0"/>
          </a:xfrm>
          <a:prstGeom prst="line">
            <a:avLst/>
          </a:prstGeom>
          <a:ln w="6350">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20" name="Image 8">
            <a:extLst>
              <a:ext uri="{FF2B5EF4-FFF2-40B4-BE49-F238E27FC236}">
                <a16:creationId xmlns:a16="http://schemas.microsoft.com/office/drawing/2014/main" id="{5BC74B15-9409-4380-8DAA-04A688D80A85}"/>
              </a:ext>
            </a:extLst>
          </p:cNvPr>
          <p:cNvPicPr/>
          <p:nvPr/>
        </p:nvPicPr>
        <p:blipFill>
          <a:blip r:embed="rId7" cstate="print"/>
          <a:stretch>
            <a:fillRect/>
          </a:stretch>
        </p:blipFill>
        <p:spPr>
          <a:xfrm>
            <a:off x="145939" y="142792"/>
            <a:ext cx="1189990" cy="380365"/>
          </a:xfrm>
          <a:prstGeom prst="rect">
            <a:avLst/>
          </a:prstGeom>
        </p:spPr>
      </p:pic>
      <p:sp>
        <p:nvSpPr>
          <p:cNvPr id="21" name="TextBox 20">
            <a:extLst>
              <a:ext uri="{FF2B5EF4-FFF2-40B4-BE49-F238E27FC236}">
                <a16:creationId xmlns:a16="http://schemas.microsoft.com/office/drawing/2014/main" id="{597BC2FC-5334-49A4-AEBC-5EEFCA53BAAC}"/>
              </a:ext>
            </a:extLst>
          </p:cNvPr>
          <p:cNvSpPr txBox="1"/>
          <p:nvPr/>
        </p:nvSpPr>
        <p:spPr>
          <a:xfrm>
            <a:off x="1663336" y="453120"/>
            <a:ext cx="9004664" cy="523220"/>
          </a:xfrm>
          <a:prstGeom prst="rect">
            <a:avLst/>
          </a:prstGeom>
          <a:noFill/>
        </p:spPr>
        <p:txBody>
          <a:bodyPr wrap="square">
            <a:spAutoFit/>
          </a:bodyPr>
          <a:lstStyle/>
          <a:p>
            <a:pPr algn="ctr"/>
            <a:r>
              <a:rPr lang="en-US" sz="2800" dirty="0">
                <a:solidFill>
                  <a:srgbClr val="FFFFFF"/>
                </a:solidFill>
                <a:effectLst/>
                <a:latin typeface="Tahoma" panose="020B0604030504040204" pitchFamily="34" charset="0"/>
                <a:ea typeface="Tahoma" panose="020B0604030504040204" pitchFamily="34" charset="0"/>
              </a:rPr>
              <a:t>Parch</a:t>
            </a:r>
            <a:r>
              <a:rPr lang="en-US" sz="2800" spc="155" dirty="0">
                <a:solidFill>
                  <a:srgbClr val="FFFFFF"/>
                </a:solidFill>
                <a:effectLst/>
                <a:latin typeface="Tahoma" panose="020B0604030504040204" pitchFamily="34" charset="0"/>
                <a:ea typeface="Tahoma" panose="020B0604030504040204" pitchFamily="34" charset="0"/>
              </a:rPr>
              <a:t> </a:t>
            </a:r>
            <a:r>
              <a:rPr lang="en-US" sz="2800" dirty="0">
                <a:solidFill>
                  <a:srgbClr val="FFFFFF"/>
                </a:solidFill>
                <a:effectLst/>
                <a:latin typeface="Tahoma" panose="020B0604030504040204" pitchFamily="34" charset="0"/>
                <a:ea typeface="Tahoma" panose="020B0604030504040204" pitchFamily="34" charset="0"/>
              </a:rPr>
              <a:t>&amp;</a:t>
            </a:r>
            <a:r>
              <a:rPr lang="en-US" sz="2800" spc="160" dirty="0">
                <a:solidFill>
                  <a:srgbClr val="FFFFFF"/>
                </a:solidFill>
                <a:effectLst/>
                <a:latin typeface="Tahoma" panose="020B0604030504040204" pitchFamily="34" charset="0"/>
                <a:ea typeface="Tahoma" panose="020B0604030504040204" pitchFamily="34" charset="0"/>
              </a:rPr>
              <a:t> </a:t>
            </a:r>
            <a:r>
              <a:rPr lang="en-US" sz="2800" spc="-10" dirty="0">
                <a:solidFill>
                  <a:srgbClr val="FFFFFF"/>
                </a:solidFill>
                <a:effectLst/>
                <a:latin typeface="Tahoma" panose="020B0604030504040204" pitchFamily="34" charset="0"/>
                <a:ea typeface="Tahoma" panose="020B0604030504040204" pitchFamily="34" charset="0"/>
              </a:rPr>
              <a:t>Posey Data Model</a:t>
            </a:r>
            <a:endParaRPr lang="en-US" sz="2800" dirty="0"/>
          </a:p>
        </p:txBody>
      </p:sp>
      <p:sp>
        <p:nvSpPr>
          <p:cNvPr id="22" name="TextBox 21">
            <a:extLst>
              <a:ext uri="{FF2B5EF4-FFF2-40B4-BE49-F238E27FC236}">
                <a16:creationId xmlns:a16="http://schemas.microsoft.com/office/drawing/2014/main" id="{DB3CF629-B9DF-4428-A061-EA6935FC45E5}"/>
              </a:ext>
            </a:extLst>
          </p:cNvPr>
          <p:cNvSpPr txBox="1"/>
          <p:nvPr/>
        </p:nvSpPr>
        <p:spPr>
          <a:xfrm>
            <a:off x="176350" y="1331967"/>
            <a:ext cx="11978635" cy="369332"/>
          </a:xfrm>
          <a:prstGeom prst="rect">
            <a:avLst/>
          </a:prstGeom>
          <a:noFill/>
        </p:spPr>
        <p:txBody>
          <a:bodyPr wrap="square">
            <a:spAutoFit/>
          </a:bodyPr>
          <a:lstStyle/>
          <a:p>
            <a:pPr algn="l"/>
            <a:r>
              <a:rPr lang="en-US" b="0" i="0" dirty="0">
                <a:solidFill>
                  <a:schemeClr val="bg1"/>
                </a:solidFill>
                <a:effectLst/>
                <a:latin typeface="source-serif-pro"/>
              </a:rPr>
              <a:t>In the Parch &amp; Posey database, there are five entities, which are: </a:t>
            </a:r>
            <a:r>
              <a:rPr lang="en-US" b="0" i="0" dirty="0" err="1">
                <a:solidFill>
                  <a:schemeClr val="bg1"/>
                </a:solidFill>
                <a:effectLst/>
                <a:latin typeface="source-serif-pro"/>
              </a:rPr>
              <a:t>web_events</a:t>
            </a:r>
            <a:r>
              <a:rPr lang="en-US" b="0" i="0" dirty="0">
                <a:solidFill>
                  <a:schemeClr val="bg1"/>
                </a:solidFill>
                <a:effectLst/>
                <a:latin typeface="source-serif-pro"/>
              </a:rPr>
              <a:t>, accounts, orders, </a:t>
            </a:r>
            <a:r>
              <a:rPr lang="en-US" b="0" i="0" dirty="0" err="1">
                <a:solidFill>
                  <a:schemeClr val="bg1"/>
                </a:solidFill>
                <a:effectLst/>
                <a:latin typeface="source-serif-pro"/>
              </a:rPr>
              <a:t>sales_reps</a:t>
            </a:r>
            <a:r>
              <a:rPr lang="en-US" b="0" i="0" dirty="0">
                <a:solidFill>
                  <a:schemeClr val="bg1"/>
                </a:solidFill>
                <a:effectLst/>
                <a:latin typeface="source-serif-pro"/>
              </a:rPr>
              <a:t> and region.</a:t>
            </a:r>
          </a:p>
        </p:txBody>
      </p:sp>
      <p:cxnSp>
        <p:nvCxnSpPr>
          <p:cNvPr id="5" name="Straight Connector 4">
            <a:extLst>
              <a:ext uri="{FF2B5EF4-FFF2-40B4-BE49-F238E27FC236}">
                <a16:creationId xmlns:a16="http://schemas.microsoft.com/office/drawing/2014/main" id="{000F9850-5DCA-4234-9668-E298DDF64A94}"/>
              </a:ext>
            </a:extLst>
          </p:cNvPr>
          <p:cNvCxnSpPr>
            <a:cxnSpLocks/>
          </p:cNvCxnSpPr>
          <p:nvPr/>
        </p:nvCxnSpPr>
        <p:spPr>
          <a:xfrm>
            <a:off x="933720" y="1123406"/>
            <a:ext cx="1063107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7D665F6E-1FEE-4AB9-818C-9265B8491DD5}"/>
              </a:ext>
            </a:extLst>
          </p:cNvPr>
          <p:cNvSpPr txBox="1"/>
          <p:nvPr/>
        </p:nvSpPr>
        <p:spPr>
          <a:xfrm>
            <a:off x="1" y="2143527"/>
            <a:ext cx="12191999" cy="369332"/>
          </a:xfrm>
          <a:prstGeom prst="rect">
            <a:avLst/>
          </a:prstGeom>
          <a:noFill/>
        </p:spPr>
        <p:txBody>
          <a:bodyPr wrap="square">
            <a:spAutoFit/>
          </a:bodyPr>
          <a:lstStyle/>
          <a:p>
            <a:pPr algn="ctr"/>
            <a:r>
              <a:rPr lang="en-US" dirty="0">
                <a:solidFill>
                  <a:srgbClr val="FFFFFF"/>
                </a:solidFill>
                <a:effectLst/>
                <a:latin typeface="Tahoma" panose="020B0604030504040204" pitchFamily="34" charset="0"/>
                <a:ea typeface="Tahoma" panose="020B0604030504040204" pitchFamily="34" charset="0"/>
              </a:rPr>
              <a:t>Entity Relationship Diagram (ERD)</a:t>
            </a:r>
            <a:endParaRPr lang="en-US" dirty="0"/>
          </a:p>
        </p:txBody>
      </p:sp>
      <p:pic>
        <p:nvPicPr>
          <p:cNvPr id="6" name="Picture 5">
            <a:extLst>
              <a:ext uri="{FF2B5EF4-FFF2-40B4-BE49-F238E27FC236}">
                <a16:creationId xmlns:a16="http://schemas.microsoft.com/office/drawing/2014/main" id="{66110EEE-3232-430E-B326-9594A8B30BE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027577" y="4883434"/>
            <a:ext cx="3141358" cy="1974567"/>
          </a:xfrm>
          <a:prstGeom prst="rect">
            <a:avLst/>
          </a:prstGeom>
        </p:spPr>
      </p:pic>
      <p:cxnSp>
        <p:nvCxnSpPr>
          <p:cNvPr id="32" name="Straight Connector 31">
            <a:extLst>
              <a:ext uri="{FF2B5EF4-FFF2-40B4-BE49-F238E27FC236}">
                <a16:creationId xmlns:a16="http://schemas.microsoft.com/office/drawing/2014/main" id="{25458EDE-7C83-46AB-A924-65A4C61E0F74}"/>
              </a:ext>
            </a:extLst>
          </p:cNvPr>
          <p:cNvCxnSpPr>
            <a:cxnSpLocks/>
          </p:cNvCxnSpPr>
          <p:nvPr/>
        </p:nvCxnSpPr>
        <p:spPr>
          <a:xfrm>
            <a:off x="861801" y="2512859"/>
            <a:ext cx="1063107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33" name="TextBox 32">
            <a:extLst>
              <a:ext uri="{FF2B5EF4-FFF2-40B4-BE49-F238E27FC236}">
                <a16:creationId xmlns:a16="http://schemas.microsoft.com/office/drawing/2014/main" id="{D8E83C9D-10FD-4EE8-97CA-CC1C9505FEDC}"/>
              </a:ext>
            </a:extLst>
          </p:cNvPr>
          <p:cNvSpPr txBox="1"/>
          <p:nvPr/>
        </p:nvSpPr>
        <p:spPr>
          <a:xfrm>
            <a:off x="306521" y="2810429"/>
            <a:ext cx="3187344" cy="3162404"/>
          </a:xfrm>
          <a:prstGeom prst="rect">
            <a:avLst/>
          </a:prstGeom>
          <a:noFill/>
        </p:spPr>
        <p:txBody>
          <a:bodyPr wrap="square">
            <a:spAutoFit/>
          </a:bodyPr>
          <a:lstStyle/>
          <a:p>
            <a:pPr algn="l">
              <a:buFont typeface="+mj-lt"/>
              <a:buAutoNum type="arabicPeriod"/>
            </a:pPr>
            <a:r>
              <a:rPr lang="en-US" sz="1050" b="0" i="0" dirty="0">
                <a:solidFill>
                  <a:schemeClr val="bg1"/>
                </a:solidFill>
                <a:effectLst/>
                <a:latin typeface="source-serif-pro"/>
              </a:rPr>
              <a:t>Accounts : This table contains information on customer accounts such as account id, account name, primary person of contact, account location and </a:t>
            </a:r>
            <a:r>
              <a:rPr lang="en-US" sz="1050" b="0" i="0" dirty="0" err="1">
                <a:solidFill>
                  <a:schemeClr val="bg1"/>
                </a:solidFill>
                <a:effectLst/>
                <a:latin typeface="source-serif-pro"/>
              </a:rPr>
              <a:t>sales_reps_id</a:t>
            </a:r>
            <a:r>
              <a:rPr lang="en-US" sz="1050" b="0" i="0" dirty="0">
                <a:solidFill>
                  <a:schemeClr val="bg1"/>
                </a:solidFill>
                <a:effectLst/>
                <a:latin typeface="source-serif-pro"/>
              </a:rPr>
              <a:t>.</a:t>
            </a:r>
          </a:p>
          <a:p>
            <a:pPr algn="l">
              <a:buFont typeface="+mj-lt"/>
              <a:buAutoNum type="arabicPeriod"/>
            </a:pPr>
            <a:endParaRPr lang="en-US" sz="1050" b="0" i="0" dirty="0">
              <a:solidFill>
                <a:schemeClr val="bg1"/>
              </a:solidFill>
              <a:effectLst/>
              <a:latin typeface="source-serif-pro"/>
            </a:endParaRPr>
          </a:p>
          <a:p>
            <a:pPr algn="l">
              <a:buFont typeface="+mj-lt"/>
              <a:buAutoNum type="arabicPeriod"/>
            </a:pPr>
            <a:r>
              <a:rPr lang="en-US" sz="1050" b="0" i="0" dirty="0">
                <a:solidFill>
                  <a:schemeClr val="bg1"/>
                </a:solidFill>
                <a:effectLst/>
                <a:latin typeface="source-serif-pro"/>
              </a:rPr>
              <a:t>Orders : This table contains information on </a:t>
            </a:r>
            <a:r>
              <a:rPr lang="en-US" sz="1050" b="0" i="0" dirty="0" err="1">
                <a:solidFill>
                  <a:schemeClr val="bg1"/>
                </a:solidFill>
                <a:effectLst/>
                <a:latin typeface="source-serif-pro"/>
              </a:rPr>
              <a:t>account_id</a:t>
            </a:r>
            <a:r>
              <a:rPr lang="en-US" sz="1050" b="0" i="0" dirty="0">
                <a:solidFill>
                  <a:schemeClr val="bg1"/>
                </a:solidFill>
                <a:effectLst/>
                <a:latin typeface="source-serif-pro"/>
              </a:rPr>
              <a:t>, quantity of orders, amount spent on the orders for each paper type, as well as the date the transaction occurred.</a:t>
            </a:r>
          </a:p>
          <a:p>
            <a:pPr algn="l">
              <a:buFont typeface="+mj-lt"/>
              <a:buAutoNum type="arabicPeriod"/>
            </a:pPr>
            <a:endParaRPr lang="en-US" sz="1050" b="0" i="0" dirty="0">
              <a:solidFill>
                <a:schemeClr val="bg1"/>
              </a:solidFill>
              <a:effectLst/>
              <a:latin typeface="source-serif-pro"/>
            </a:endParaRPr>
          </a:p>
          <a:p>
            <a:pPr algn="l">
              <a:buFont typeface="+mj-lt"/>
              <a:buAutoNum type="arabicPeriod"/>
            </a:pPr>
            <a:r>
              <a:rPr lang="en-US" sz="1050" b="0" i="0" dirty="0">
                <a:solidFill>
                  <a:schemeClr val="bg1"/>
                </a:solidFill>
                <a:effectLst/>
                <a:latin typeface="source-serif-pro"/>
              </a:rPr>
              <a:t>Region : This table contains information about region id and the name of the region.</a:t>
            </a:r>
          </a:p>
          <a:p>
            <a:pPr algn="l">
              <a:buFont typeface="+mj-lt"/>
              <a:buAutoNum type="arabicPeriod"/>
            </a:pPr>
            <a:endParaRPr lang="en-US" sz="1050" b="0" i="0" dirty="0">
              <a:solidFill>
                <a:schemeClr val="bg1"/>
              </a:solidFill>
              <a:effectLst/>
              <a:latin typeface="source-serif-pro"/>
            </a:endParaRPr>
          </a:p>
          <a:p>
            <a:pPr algn="l">
              <a:buFont typeface="+mj-lt"/>
              <a:buAutoNum type="arabicPeriod"/>
            </a:pPr>
            <a:r>
              <a:rPr lang="en-US" sz="1050" b="0" i="0" dirty="0" err="1">
                <a:solidFill>
                  <a:schemeClr val="bg1"/>
                </a:solidFill>
                <a:effectLst/>
                <a:latin typeface="source-serif-pro"/>
              </a:rPr>
              <a:t>Sales</a:t>
            </a:r>
            <a:r>
              <a:rPr lang="en-US" sz="1050" b="0" i="0" err="1">
                <a:solidFill>
                  <a:schemeClr val="bg1"/>
                </a:solidFill>
                <a:effectLst/>
                <a:latin typeface="source-serif-pro"/>
              </a:rPr>
              <a:t>_</a:t>
            </a:r>
            <a:r>
              <a:rPr lang="en-US" sz="1050" b="0" i="0">
                <a:solidFill>
                  <a:schemeClr val="bg1"/>
                </a:solidFill>
                <a:effectLst/>
                <a:latin typeface="source-serif-pro"/>
              </a:rPr>
              <a:t>reps: </a:t>
            </a:r>
            <a:r>
              <a:rPr lang="en-US" sz="1050" b="0" i="0" dirty="0">
                <a:solidFill>
                  <a:schemeClr val="bg1"/>
                </a:solidFill>
                <a:effectLst/>
                <a:latin typeface="source-serif-pro"/>
              </a:rPr>
              <a:t>This table contains information about the </a:t>
            </a:r>
            <a:r>
              <a:rPr lang="en-US" sz="1050" b="0" i="0" dirty="0" err="1">
                <a:solidFill>
                  <a:schemeClr val="bg1"/>
                </a:solidFill>
                <a:effectLst/>
                <a:latin typeface="source-serif-pro"/>
              </a:rPr>
              <a:t>sales_reps</a:t>
            </a:r>
            <a:r>
              <a:rPr lang="en-US" sz="1050" b="0" i="0" dirty="0">
                <a:solidFill>
                  <a:schemeClr val="bg1"/>
                </a:solidFill>
                <a:effectLst/>
                <a:latin typeface="source-serif-pro"/>
              </a:rPr>
              <a:t> name and id as well as </a:t>
            </a:r>
            <a:r>
              <a:rPr lang="en-US" sz="1050" b="0" i="0" dirty="0" err="1">
                <a:solidFill>
                  <a:schemeClr val="bg1"/>
                </a:solidFill>
                <a:effectLst/>
                <a:latin typeface="source-serif-pro"/>
              </a:rPr>
              <a:t>region_id</a:t>
            </a:r>
            <a:r>
              <a:rPr lang="en-US" sz="1050" b="0" i="0" dirty="0">
                <a:solidFill>
                  <a:schemeClr val="bg1"/>
                </a:solidFill>
                <a:effectLst/>
                <a:latin typeface="source-serif-pro"/>
              </a:rPr>
              <a:t>.</a:t>
            </a:r>
          </a:p>
          <a:p>
            <a:pPr algn="l">
              <a:buFont typeface="+mj-lt"/>
              <a:buAutoNum type="arabicPeriod"/>
            </a:pPr>
            <a:endParaRPr lang="en-US" sz="1050" b="0" i="0" dirty="0">
              <a:solidFill>
                <a:schemeClr val="bg1"/>
              </a:solidFill>
              <a:effectLst/>
              <a:latin typeface="source-serif-pro"/>
            </a:endParaRPr>
          </a:p>
          <a:p>
            <a:pPr algn="l">
              <a:buFont typeface="+mj-lt"/>
              <a:buAutoNum type="arabicPeriod"/>
            </a:pPr>
            <a:r>
              <a:rPr lang="en-US" sz="1050" b="0" i="0" dirty="0" err="1">
                <a:solidFill>
                  <a:schemeClr val="bg1"/>
                </a:solidFill>
                <a:effectLst/>
                <a:latin typeface="source-serif-pro"/>
              </a:rPr>
              <a:t>Web_events</a:t>
            </a:r>
            <a:r>
              <a:rPr lang="en-US" sz="1050" b="0" i="0" dirty="0">
                <a:solidFill>
                  <a:schemeClr val="bg1"/>
                </a:solidFill>
                <a:effectLst/>
                <a:latin typeface="source-serif-pro"/>
              </a:rPr>
              <a:t> : This table contains details regarding the channels through which customers discovered our Company and the timing of their discovery.</a:t>
            </a:r>
          </a:p>
        </p:txBody>
      </p:sp>
      <p:pic>
        <p:nvPicPr>
          <p:cNvPr id="11" name="Picture 10">
            <a:extLst>
              <a:ext uri="{FF2B5EF4-FFF2-40B4-BE49-F238E27FC236}">
                <a16:creationId xmlns:a16="http://schemas.microsoft.com/office/drawing/2014/main" id="{D8772AD6-AED1-4587-A8C2-85FCCAC37DED}"/>
              </a:ext>
            </a:extLst>
          </p:cNvPr>
          <p:cNvPicPr>
            <a:picLocks noChangeAspect="1"/>
          </p:cNvPicPr>
          <p:nvPr/>
        </p:nvPicPr>
        <p:blipFill>
          <a:blip r:embed="rId9"/>
          <a:stretch>
            <a:fillRect/>
          </a:stretch>
        </p:blipFill>
        <p:spPr>
          <a:xfrm>
            <a:off x="3493865" y="2777668"/>
            <a:ext cx="5643880" cy="2797903"/>
          </a:xfrm>
          <a:prstGeom prst="rect">
            <a:avLst/>
          </a:prstGeom>
        </p:spPr>
      </p:pic>
    </p:spTree>
    <p:extLst>
      <p:ext uri="{BB962C8B-B14F-4D97-AF65-F5344CB8AC3E}">
        <p14:creationId xmlns:p14="http://schemas.microsoft.com/office/powerpoint/2010/main" val="904228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22DA84-B91B-CD43-8F58-19BCA1F1F1BE}"/>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t="4102" b="11522"/>
          <a:stretch/>
        </p:blipFill>
        <p:spPr>
          <a:xfrm>
            <a:off x="0" y="0"/>
            <a:ext cx="12192000" cy="6858000"/>
          </a:xfrm>
          <a:prstGeom prst="rect">
            <a:avLst/>
          </a:prstGeom>
        </p:spPr>
      </p:pic>
      <p:sp>
        <p:nvSpPr>
          <p:cNvPr id="3" name="Rectangle 2">
            <a:extLst>
              <a:ext uri="{FF2B5EF4-FFF2-40B4-BE49-F238E27FC236}">
                <a16:creationId xmlns:a16="http://schemas.microsoft.com/office/drawing/2014/main" id="{FA1AF8F0-1614-0C43-ABF1-41F638505555}"/>
              </a:ext>
            </a:extLst>
          </p:cNvPr>
          <p:cNvSpPr/>
          <p:nvPr/>
        </p:nvSpPr>
        <p:spPr>
          <a:xfrm>
            <a:off x="0" y="0"/>
            <a:ext cx="12192000" cy="6858000"/>
          </a:xfrm>
          <a:prstGeom prst="rect">
            <a:avLst/>
          </a:prstGeom>
          <a:gradFill flip="none" rotWithShape="1">
            <a:gsLst>
              <a:gs pos="0">
                <a:schemeClr val="tx1">
                  <a:alpha val="93000"/>
                </a:schemeClr>
              </a:gs>
              <a:gs pos="100000">
                <a:schemeClr val="tx1">
                  <a:alpha val="95000"/>
                </a:schemeClr>
              </a:gs>
              <a:gs pos="49000">
                <a:schemeClr val="tx1">
                  <a:alpha val="77000"/>
                </a:schemeClr>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Freeform 70">
            <a:extLst>
              <a:ext uri="{FF2B5EF4-FFF2-40B4-BE49-F238E27FC236}">
                <a16:creationId xmlns:a16="http://schemas.microsoft.com/office/drawing/2014/main" id="{46DD3116-A2A1-954B-9C2E-9E657E204095}"/>
              </a:ext>
            </a:extLst>
          </p:cNvPr>
          <p:cNvSpPr/>
          <p:nvPr/>
        </p:nvSpPr>
        <p:spPr>
          <a:xfrm>
            <a:off x="533400" y="5502301"/>
            <a:ext cx="2147156" cy="1355698"/>
          </a:xfrm>
          <a:custGeom>
            <a:avLst/>
            <a:gdLst>
              <a:gd name="connsiteX0" fmla="*/ 1073578 w 2147156"/>
              <a:gd name="connsiteY0" fmla="*/ 0 h 1355698"/>
              <a:gd name="connsiteX1" fmla="*/ 2147156 w 2147156"/>
              <a:gd name="connsiteY1" fmla="*/ 1073578 h 1355698"/>
              <a:gd name="connsiteX2" fmla="*/ 2125345 w 2147156"/>
              <a:gd name="connsiteY2" fmla="*/ 1289942 h 1355698"/>
              <a:gd name="connsiteX3" fmla="*/ 2104933 w 2147156"/>
              <a:gd name="connsiteY3" fmla="*/ 1355698 h 1355698"/>
              <a:gd name="connsiteX4" fmla="*/ 42224 w 2147156"/>
              <a:gd name="connsiteY4" fmla="*/ 1355698 h 1355698"/>
              <a:gd name="connsiteX5" fmla="*/ 21812 w 2147156"/>
              <a:gd name="connsiteY5" fmla="*/ 1289942 h 1355698"/>
              <a:gd name="connsiteX6" fmla="*/ 0 w 2147156"/>
              <a:gd name="connsiteY6" fmla="*/ 1073578 h 1355698"/>
              <a:gd name="connsiteX7" fmla="*/ 1073578 w 2147156"/>
              <a:gd name="connsiteY7" fmla="*/ 0 h 1355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7156" h="1355698">
                <a:moveTo>
                  <a:pt x="1073578" y="0"/>
                </a:moveTo>
                <a:cubicBezTo>
                  <a:pt x="1666499" y="0"/>
                  <a:pt x="2147156" y="480657"/>
                  <a:pt x="2147156" y="1073578"/>
                </a:cubicBezTo>
                <a:cubicBezTo>
                  <a:pt x="2147156" y="1147693"/>
                  <a:pt x="2139646" y="1220054"/>
                  <a:pt x="2125345" y="1289942"/>
                </a:cubicBezTo>
                <a:lnTo>
                  <a:pt x="2104933" y="1355698"/>
                </a:lnTo>
                <a:lnTo>
                  <a:pt x="42224" y="1355698"/>
                </a:lnTo>
                <a:lnTo>
                  <a:pt x="21812" y="1289942"/>
                </a:lnTo>
                <a:cubicBezTo>
                  <a:pt x="7511" y="1220054"/>
                  <a:pt x="0" y="1147693"/>
                  <a:pt x="0" y="1073578"/>
                </a:cubicBezTo>
                <a:cubicBezTo>
                  <a:pt x="0" y="480657"/>
                  <a:pt x="480657" y="0"/>
                  <a:pt x="1073578" y="0"/>
                </a:cubicBezTo>
                <a:close/>
              </a:path>
            </a:pathLst>
          </a:custGeom>
          <a:pattFill prst="dkUpDiag">
            <a:fgClr>
              <a:schemeClr val="accent6"/>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Oval 4">
            <a:extLst>
              <a:ext uri="{FF2B5EF4-FFF2-40B4-BE49-F238E27FC236}">
                <a16:creationId xmlns:a16="http://schemas.microsoft.com/office/drawing/2014/main" id="{685D2FA9-8199-9B4A-BE4B-B833F91F7241}"/>
              </a:ext>
            </a:extLst>
          </p:cNvPr>
          <p:cNvSpPr/>
          <p:nvPr/>
        </p:nvSpPr>
        <p:spPr>
          <a:xfrm>
            <a:off x="1071689" y="4967012"/>
            <a:ext cx="1070578" cy="107057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E947F8F6-8150-8D47-A50A-67ED356EC45C}"/>
              </a:ext>
            </a:extLst>
          </p:cNvPr>
          <p:cNvGrpSpPr/>
          <p:nvPr/>
        </p:nvGrpSpPr>
        <p:grpSpPr>
          <a:xfrm rot="16200000">
            <a:off x="10369639" y="968209"/>
            <a:ext cx="1729654" cy="848268"/>
            <a:chOff x="233739" y="283295"/>
            <a:chExt cx="1729654" cy="848268"/>
          </a:xfrm>
          <a:gradFill>
            <a:gsLst>
              <a:gs pos="100000">
                <a:schemeClr val="accent6"/>
              </a:gs>
              <a:gs pos="0">
                <a:schemeClr val="tx1">
                  <a:alpha val="0"/>
                </a:schemeClr>
              </a:gs>
            </a:gsLst>
            <a:lin ang="0" scaled="1"/>
          </a:gradFill>
        </p:grpSpPr>
        <p:grpSp>
          <p:nvGrpSpPr>
            <p:cNvPr id="12" name="Group 11">
              <a:extLst>
                <a:ext uri="{FF2B5EF4-FFF2-40B4-BE49-F238E27FC236}">
                  <a16:creationId xmlns:a16="http://schemas.microsoft.com/office/drawing/2014/main" id="{98C4EE4F-5F44-BF4E-BDA3-ED06FB653C6D}"/>
                </a:ext>
              </a:extLst>
            </p:cNvPr>
            <p:cNvGrpSpPr/>
            <p:nvPr/>
          </p:nvGrpSpPr>
          <p:grpSpPr>
            <a:xfrm rot="5400000">
              <a:off x="1055270" y="-538236"/>
              <a:ext cx="86591" cy="1729654"/>
              <a:chOff x="85292" y="59892"/>
              <a:chExt cx="86591" cy="1729654"/>
            </a:xfrm>
            <a:grpFill/>
          </p:grpSpPr>
          <p:sp>
            <p:nvSpPr>
              <p:cNvPr id="46" name="Oval 45">
                <a:extLst>
                  <a:ext uri="{FF2B5EF4-FFF2-40B4-BE49-F238E27FC236}">
                    <a16:creationId xmlns:a16="http://schemas.microsoft.com/office/drawing/2014/main" id="{6E453E70-BF51-8847-AA73-80B532CAFD01}"/>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2E8337BE-8A05-7847-A3F9-3A2DE3B3F178}"/>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2A09BAE2-CB14-0943-AEC2-985B550FB2D3}"/>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01E4245E-61D4-734F-B526-D15D7BFD44E6}"/>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96E17998-9359-9941-98AE-931578E76F54}"/>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50A381E0-03E3-1C45-9A27-4EBAC001352B}"/>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016520B5-967E-7345-B04C-FE001F3EAB22}"/>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F5E47508-E8B0-D14B-8AE7-765395822D36}"/>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F8F96DB1-9537-8045-A358-2DDF8CD2A267}"/>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663C7C44-39D6-FF46-AC66-CC44A2DBD743}"/>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04623F9E-D2B5-D143-9AA7-DFF9EDEF7C92}"/>
                </a:ext>
              </a:extLst>
            </p:cNvPr>
            <p:cNvGrpSpPr/>
            <p:nvPr/>
          </p:nvGrpSpPr>
          <p:grpSpPr>
            <a:xfrm rot="5400000">
              <a:off x="1055270" y="-284344"/>
              <a:ext cx="86591" cy="1729654"/>
              <a:chOff x="85292" y="59892"/>
              <a:chExt cx="86591" cy="1729654"/>
            </a:xfrm>
            <a:grpFill/>
          </p:grpSpPr>
          <p:sp>
            <p:nvSpPr>
              <p:cNvPr id="36" name="Oval 35">
                <a:extLst>
                  <a:ext uri="{FF2B5EF4-FFF2-40B4-BE49-F238E27FC236}">
                    <a16:creationId xmlns:a16="http://schemas.microsoft.com/office/drawing/2014/main" id="{763554EB-9A6E-9347-8923-F3E012A6B0FC}"/>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4470FDF8-325F-274A-9656-5B2881D25FF3}"/>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A80DCA34-32A1-4948-AE2B-DF62A620896D}"/>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1CC35BE3-2F0F-624B-8F38-94141F492BC6}"/>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965A7879-F9E6-834A-A297-6C9A068DA2D3}"/>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81406F3C-3EF2-1E42-BDBD-9D92D55F829C}"/>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3CB10D75-CD94-7E49-ADFD-2AD53FE00888}"/>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5B2FC0DE-B888-614B-9BC1-6D472D4A7264}"/>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814D730F-663D-A348-80D7-8508CA3E6C7A}"/>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FAC79C28-87DE-7C4A-9C4B-5101A9B9476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2E5603E1-A786-2B48-8EF5-5C8D8CFAE179}"/>
                </a:ext>
              </a:extLst>
            </p:cNvPr>
            <p:cNvGrpSpPr/>
            <p:nvPr/>
          </p:nvGrpSpPr>
          <p:grpSpPr>
            <a:xfrm rot="5400000">
              <a:off x="1055270" y="-30452"/>
              <a:ext cx="86591" cy="1729654"/>
              <a:chOff x="85292" y="59892"/>
              <a:chExt cx="86591" cy="1729654"/>
            </a:xfrm>
            <a:grpFill/>
          </p:grpSpPr>
          <p:sp>
            <p:nvSpPr>
              <p:cNvPr id="26" name="Oval 25">
                <a:extLst>
                  <a:ext uri="{FF2B5EF4-FFF2-40B4-BE49-F238E27FC236}">
                    <a16:creationId xmlns:a16="http://schemas.microsoft.com/office/drawing/2014/main" id="{B79BCF63-DEFA-9D47-AC6D-5F62355B9230}"/>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0B150B1E-465E-5745-BCDF-3A163D720511}"/>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3D2B3F97-D8B3-9440-B32F-0D44023A45DF}"/>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7D5430A7-8E07-6040-A888-771CC57A9CB3}"/>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8E7453AD-756C-7840-90DF-BC32F20A94A0}"/>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894FBA40-E8D4-F844-B2FA-6FE1FBAABA49}"/>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87BEF26-7693-6C4A-B5A9-E602B97E0739}"/>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C3FBEE5B-FB6F-514D-83AD-82F5F747E062}"/>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B0FE0A60-4315-EB44-BF3E-B7ECFA570B81}"/>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8BCB9361-9641-BE44-9F72-D5BA97313EC4}"/>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6F2CC866-5034-784D-A764-BA743ABB27B6}"/>
                </a:ext>
              </a:extLst>
            </p:cNvPr>
            <p:cNvGrpSpPr/>
            <p:nvPr/>
          </p:nvGrpSpPr>
          <p:grpSpPr>
            <a:xfrm rot="5400000">
              <a:off x="1055270" y="223441"/>
              <a:ext cx="86591" cy="1729654"/>
              <a:chOff x="85292" y="59892"/>
              <a:chExt cx="86591" cy="1729654"/>
            </a:xfrm>
            <a:grpFill/>
          </p:grpSpPr>
          <p:sp>
            <p:nvSpPr>
              <p:cNvPr id="16" name="Oval 15">
                <a:extLst>
                  <a:ext uri="{FF2B5EF4-FFF2-40B4-BE49-F238E27FC236}">
                    <a16:creationId xmlns:a16="http://schemas.microsoft.com/office/drawing/2014/main" id="{5DCE7480-432A-5042-81CA-81FEABAA1B03}"/>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2A0342B2-5EB4-B54C-B205-F06649EB7958}"/>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6468AA06-93DB-BA42-9A41-1490228440BF}"/>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248DD3B6-5B06-504D-949F-77F94FCF6C48}"/>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CB91D84-0E08-4245-B805-B744B1290B39}"/>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1E0F4C35-D658-6748-9D6F-0F104BB8A795}"/>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DA6A7D2-B516-3C4F-9253-6EEF581AA156}"/>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ADCE85E0-11D8-4D4A-A1DB-F0D741E3CF9E}"/>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6A566126-4BB0-9F49-ADAE-BEC96F26DF67}"/>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646EAA6E-C917-DB4D-A783-434D0CC6F3C0}"/>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56" name="Oval 55">
            <a:extLst>
              <a:ext uri="{FF2B5EF4-FFF2-40B4-BE49-F238E27FC236}">
                <a16:creationId xmlns:a16="http://schemas.microsoft.com/office/drawing/2014/main" id="{FD691B93-BF1F-E740-8DC6-C8BADC354CDB}"/>
              </a:ext>
            </a:extLst>
          </p:cNvPr>
          <p:cNvSpPr/>
          <p:nvPr/>
        </p:nvSpPr>
        <p:spPr>
          <a:xfrm>
            <a:off x="-758758" y="4221804"/>
            <a:ext cx="4731472" cy="4731472"/>
          </a:xfrm>
          <a:prstGeom prst="ellipse">
            <a:avLst/>
          </a:prstGeom>
          <a:no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 name="Group 60">
            <a:extLst>
              <a:ext uri="{FF2B5EF4-FFF2-40B4-BE49-F238E27FC236}">
                <a16:creationId xmlns:a16="http://schemas.microsoft.com/office/drawing/2014/main" id="{CA219798-1F13-7349-A35C-991813EA3A66}"/>
              </a:ext>
            </a:extLst>
          </p:cNvPr>
          <p:cNvGrpSpPr/>
          <p:nvPr/>
        </p:nvGrpSpPr>
        <p:grpSpPr>
          <a:xfrm>
            <a:off x="4506114" y="6103711"/>
            <a:ext cx="804758" cy="144689"/>
            <a:chOff x="4455886" y="479425"/>
            <a:chExt cx="804758" cy="144689"/>
          </a:xfrm>
        </p:grpSpPr>
        <p:cxnSp>
          <p:nvCxnSpPr>
            <p:cNvPr id="62" name="Straight Connector 61">
              <a:extLst>
                <a:ext uri="{FF2B5EF4-FFF2-40B4-BE49-F238E27FC236}">
                  <a16:creationId xmlns:a16="http://schemas.microsoft.com/office/drawing/2014/main" id="{1EFFE08F-1DF3-D542-B05D-ECCC7B8C685B}"/>
                </a:ext>
              </a:extLst>
            </p:cNvPr>
            <p:cNvCxnSpPr>
              <a:cxnSpLocks/>
            </p:cNvCxnSpPr>
            <p:nvPr/>
          </p:nvCxnSpPr>
          <p:spPr>
            <a:xfrm flipH="1">
              <a:off x="445588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021490F-F5AC-6E49-82D1-A1B5F2595ADF}"/>
                </a:ext>
              </a:extLst>
            </p:cNvPr>
            <p:cNvCxnSpPr>
              <a:cxnSpLocks/>
            </p:cNvCxnSpPr>
            <p:nvPr/>
          </p:nvCxnSpPr>
          <p:spPr>
            <a:xfrm flipH="1">
              <a:off x="460384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10A19DE-8BAB-E440-908E-095411DAAD04}"/>
                </a:ext>
              </a:extLst>
            </p:cNvPr>
            <p:cNvCxnSpPr>
              <a:cxnSpLocks/>
            </p:cNvCxnSpPr>
            <p:nvPr/>
          </p:nvCxnSpPr>
          <p:spPr>
            <a:xfrm flipH="1">
              <a:off x="475179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5874A885-6E8A-0F42-9622-8B96E8DC6950}"/>
                </a:ext>
              </a:extLst>
            </p:cNvPr>
            <p:cNvCxnSpPr>
              <a:cxnSpLocks/>
            </p:cNvCxnSpPr>
            <p:nvPr/>
          </p:nvCxnSpPr>
          <p:spPr>
            <a:xfrm flipH="1">
              <a:off x="489975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C564DD1-E623-1D49-BC85-489F41E9E20C}"/>
                </a:ext>
              </a:extLst>
            </p:cNvPr>
            <p:cNvCxnSpPr>
              <a:cxnSpLocks/>
            </p:cNvCxnSpPr>
            <p:nvPr/>
          </p:nvCxnSpPr>
          <p:spPr>
            <a:xfrm flipH="1">
              <a:off x="504770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5CDC93A0-5606-C349-82CF-64D2F98ECFEF}"/>
                </a:ext>
              </a:extLst>
            </p:cNvPr>
            <p:cNvCxnSpPr>
              <a:cxnSpLocks/>
            </p:cNvCxnSpPr>
            <p:nvPr/>
          </p:nvCxnSpPr>
          <p:spPr>
            <a:xfrm flipH="1">
              <a:off x="519566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69" name="Straight Connector 68">
            <a:extLst>
              <a:ext uri="{FF2B5EF4-FFF2-40B4-BE49-F238E27FC236}">
                <a16:creationId xmlns:a16="http://schemas.microsoft.com/office/drawing/2014/main" id="{1F25E223-7EBA-5D43-A579-49B87D6A55AD}"/>
              </a:ext>
            </a:extLst>
          </p:cNvPr>
          <p:cNvCxnSpPr>
            <a:cxnSpLocks/>
          </p:cNvCxnSpPr>
          <p:nvPr/>
        </p:nvCxnSpPr>
        <p:spPr>
          <a:xfrm>
            <a:off x="5581650" y="6176055"/>
            <a:ext cx="661035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5A12DE6C-9FA1-40FA-A7B8-268CB6C62B67}"/>
              </a:ext>
            </a:extLst>
          </p:cNvPr>
          <p:cNvSpPr txBox="1"/>
          <p:nvPr/>
        </p:nvSpPr>
        <p:spPr>
          <a:xfrm>
            <a:off x="1663336" y="453120"/>
            <a:ext cx="9004664" cy="523220"/>
          </a:xfrm>
          <a:prstGeom prst="rect">
            <a:avLst/>
          </a:prstGeom>
          <a:noFill/>
        </p:spPr>
        <p:txBody>
          <a:bodyPr wrap="square">
            <a:spAutoFit/>
          </a:bodyPr>
          <a:lstStyle/>
          <a:p>
            <a:pPr algn="ctr"/>
            <a:r>
              <a:rPr lang="en-US" sz="2800" dirty="0">
                <a:solidFill>
                  <a:srgbClr val="FFFFFF"/>
                </a:solidFill>
                <a:effectLst/>
                <a:latin typeface="Tahoma" panose="020B0604030504040204" pitchFamily="34" charset="0"/>
                <a:ea typeface="Tahoma" panose="020B0604030504040204" pitchFamily="34" charset="0"/>
              </a:rPr>
              <a:t>Exploratory Data Analysis</a:t>
            </a:r>
            <a:endParaRPr lang="en-US" sz="2800" dirty="0"/>
          </a:p>
        </p:txBody>
      </p:sp>
      <p:cxnSp>
        <p:nvCxnSpPr>
          <p:cNvPr id="68" name="Straight Connector 67">
            <a:extLst>
              <a:ext uri="{FF2B5EF4-FFF2-40B4-BE49-F238E27FC236}">
                <a16:creationId xmlns:a16="http://schemas.microsoft.com/office/drawing/2014/main" id="{1695B7AB-7309-4A47-916F-9892F1075221}"/>
              </a:ext>
            </a:extLst>
          </p:cNvPr>
          <p:cNvCxnSpPr>
            <a:cxnSpLocks/>
          </p:cNvCxnSpPr>
          <p:nvPr/>
        </p:nvCxnSpPr>
        <p:spPr>
          <a:xfrm>
            <a:off x="933720" y="1123406"/>
            <a:ext cx="1063107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70" name="Image 8">
            <a:extLst>
              <a:ext uri="{FF2B5EF4-FFF2-40B4-BE49-F238E27FC236}">
                <a16:creationId xmlns:a16="http://schemas.microsoft.com/office/drawing/2014/main" id="{C0B35CED-B159-44FE-AADA-568D4C727685}"/>
              </a:ext>
            </a:extLst>
          </p:cNvPr>
          <p:cNvPicPr/>
          <p:nvPr/>
        </p:nvPicPr>
        <p:blipFill>
          <a:blip r:embed="rId5" cstate="print"/>
          <a:stretch>
            <a:fillRect/>
          </a:stretch>
        </p:blipFill>
        <p:spPr>
          <a:xfrm>
            <a:off x="145939" y="142792"/>
            <a:ext cx="1189990" cy="380365"/>
          </a:xfrm>
          <a:prstGeom prst="rect">
            <a:avLst/>
          </a:prstGeom>
        </p:spPr>
      </p:pic>
      <p:sp>
        <p:nvSpPr>
          <p:cNvPr id="72" name="TextBox 71">
            <a:extLst>
              <a:ext uri="{FF2B5EF4-FFF2-40B4-BE49-F238E27FC236}">
                <a16:creationId xmlns:a16="http://schemas.microsoft.com/office/drawing/2014/main" id="{ADE8FB46-7DCA-4ADA-95E1-3100234FA261}"/>
              </a:ext>
            </a:extLst>
          </p:cNvPr>
          <p:cNvSpPr txBox="1"/>
          <p:nvPr/>
        </p:nvSpPr>
        <p:spPr>
          <a:xfrm>
            <a:off x="176350" y="1331967"/>
            <a:ext cx="11978635" cy="646331"/>
          </a:xfrm>
          <a:prstGeom prst="rect">
            <a:avLst/>
          </a:prstGeom>
          <a:noFill/>
        </p:spPr>
        <p:txBody>
          <a:bodyPr wrap="square">
            <a:spAutoFit/>
          </a:bodyPr>
          <a:lstStyle/>
          <a:p>
            <a:pPr algn="l"/>
            <a:r>
              <a:rPr lang="en-US" b="0" i="0" dirty="0">
                <a:solidFill>
                  <a:schemeClr val="bg1"/>
                </a:solidFill>
                <a:effectLst/>
                <a:latin typeface="source-serif-pro"/>
              </a:rPr>
              <a:t>The below shows the data flow </a:t>
            </a:r>
            <a:r>
              <a:rPr lang="en-US" dirty="0">
                <a:solidFill>
                  <a:schemeClr val="bg1"/>
                </a:solidFill>
                <a:latin typeface="source-serif-pro"/>
              </a:rPr>
              <a:t>which aided the EDA. The </a:t>
            </a:r>
            <a:r>
              <a:rPr lang="en-US" sz="1800" b="1" i="1" dirty="0">
                <a:solidFill>
                  <a:srgbClr val="F0F6FC"/>
                </a:solidFill>
                <a:effectLst/>
                <a:latin typeface="-apple-system"/>
              </a:rPr>
              <a:t>Parch &amp; Posey </a:t>
            </a:r>
            <a:r>
              <a:rPr lang="en-US" dirty="0">
                <a:solidFill>
                  <a:schemeClr val="bg1"/>
                </a:solidFill>
                <a:latin typeface="source-serif-pro"/>
              </a:rPr>
              <a:t>data was loaded from csv into Postgres via bash scripting, analyzed using SQL and visualized using </a:t>
            </a:r>
            <a:r>
              <a:rPr lang="en-US" dirty="0" err="1">
                <a:solidFill>
                  <a:schemeClr val="bg1"/>
                </a:solidFill>
                <a:latin typeface="source-serif-pro"/>
              </a:rPr>
              <a:t>PowerBI</a:t>
            </a:r>
            <a:endParaRPr lang="en-US" dirty="0">
              <a:solidFill>
                <a:schemeClr val="bg1"/>
              </a:solidFill>
              <a:latin typeface="source-serif-pro"/>
            </a:endParaRPr>
          </a:p>
        </p:txBody>
      </p:sp>
      <p:sp>
        <p:nvSpPr>
          <p:cNvPr id="7" name="Rectangle: Rounded Corners 6">
            <a:extLst>
              <a:ext uri="{FF2B5EF4-FFF2-40B4-BE49-F238E27FC236}">
                <a16:creationId xmlns:a16="http://schemas.microsoft.com/office/drawing/2014/main" id="{B7CE433D-1D13-4F87-93D0-37FE06C02C64}"/>
              </a:ext>
            </a:extLst>
          </p:cNvPr>
          <p:cNvSpPr/>
          <p:nvPr/>
        </p:nvSpPr>
        <p:spPr>
          <a:xfrm>
            <a:off x="1391650" y="2814324"/>
            <a:ext cx="9408699" cy="2132442"/>
          </a:xfrm>
          <a:prstGeom prst="roundRect">
            <a:avLst>
              <a:gd name="adj" fmla="val 727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D33C6045-C3F4-4D0C-9C12-5D3A3D0F6F3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88905" y="3067258"/>
            <a:ext cx="1509037" cy="1607729"/>
          </a:xfrm>
          <a:prstGeom prst="rect">
            <a:avLst/>
          </a:prstGeom>
        </p:spPr>
      </p:pic>
      <p:cxnSp>
        <p:nvCxnSpPr>
          <p:cNvPr id="9" name="Straight Arrow Connector 8">
            <a:extLst>
              <a:ext uri="{FF2B5EF4-FFF2-40B4-BE49-F238E27FC236}">
                <a16:creationId xmlns:a16="http://schemas.microsoft.com/office/drawing/2014/main" id="{247C7EFD-C501-4B6D-AD53-C1D8BF458E5B}"/>
              </a:ext>
            </a:extLst>
          </p:cNvPr>
          <p:cNvCxnSpPr/>
          <p:nvPr/>
        </p:nvCxnSpPr>
        <p:spPr>
          <a:xfrm>
            <a:off x="2558640" y="3880545"/>
            <a:ext cx="175042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3" name="Image 54">
            <a:extLst>
              <a:ext uri="{FF2B5EF4-FFF2-40B4-BE49-F238E27FC236}">
                <a16:creationId xmlns:a16="http://schemas.microsoft.com/office/drawing/2014/main" id="{BC6020E7-7F5D-4D7E-8287-B7765967D11D}"/>
              </a:ext>
            </a:extLst>
          </p:cNvPr>
          <p:cNvPicPr>
            <a:picLocks/>
          </p:cNvPicPr>
          <p:nvPr/>
        </p:nvPicPr>
        <p:blipFill>
          <a:blip r:embed="rId7" cstate="print"/>
          <a:stretch>
            <a:fillRect/>
          </a:stretch>
        </p:blipFill>
        <p:spPr>
          <a:xfrm>
            <a:off x="4347014" y="2993869"/>
            <a:ext cx="1240790" cy="1754505"/>
          </a:xfrm>
          <a:prstGeom prst="rect">
            <a:avLst/>
          </a:prstGeom>
        </p:spPr>
      </p:pic>
      <p:pic>
        <p:nvPicPr>
          <p:cNvPr id="74" name="Picture 73">
            <a:extLst>
              <a:ext uri="{FF2B5EF4-FFF2-40B4-BE49-F238E27FC236}">
                <a16:creationId xmlns:a16="http://schemas.microsoft.com/office/drawing/2014/main" id="{B4AABE9B-4E60-4623-BD5D-7659E7795267}"/>
              </a:ext>
            </a:extLst>
          </p:cNvPr>
          <p:cNvPicPr>
            <a:picLocks noChangeAspect="1"/>
          </p:cNvPicPr>
          <p:nvPr/>
        </p:nvPicPr>
        <p:blipFill>
          <a:blip r:embed="rId8"/>
          <a:stretch>
            <a:fillRect/>
          </a:stretch>
        </p:blipFill>
        <p:spPr>
          <a:xfrm>
            <a:off x="9384682" y="3330812"/>
            <a:ext cx="1722838" cy="1068482"/>
          </a:xfrm>
          <a:prstGeom prst="rect">
            <a:avLst/>
          </a:prstGeom>
        </p:spPr>
      </p:pic>
      <p:pic>
        <p:nvPicPr>
          <p:cNvPr id="57" name="Picture 56">
            <a:extLst>
              <a:ext uri="{FF2B5EF4-FFF2-40B4-BE49-F238E27FC236}">
                <a16:creationId xmlns:a16="http://schemas.microsoft.com/office/drawing/2014/main" id="{ACF1B70F-F04F-4AE7-9687-1BF66BC9B80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648837" y="2993869"/>
            <a:ext cx="2257424" cy="2257424"/>
          </a:xfrm>
          <a:prstGeom prst="rect">
            <a:avLst/>
          </a:prstGeom>
        </p:spPr>
      </p:pic>
      <p:cxnSp>
        <p:nvCxnSpPr>
          <p:cNvPr id="75" name="Straight Arrow Connector 74">
            <a:extLst>
              <a:ext uri="{FF2B5EF4-FFF2-40B4-BE49-F238E27FC236}">
                <a16:creationId xmlns:a16="http://schemas.microsoft.com/office/drawing/2014/main" id="{6896ED28-086B-4E55-9552-0C98B7E2BCBB}"/>
              </a:ext>
            </a:extLst>
          </p:cNvPr>
          <p:cNvCxnSpPr/>
          <p:nvPr/>
        </p:nvCxnSpPr>
        <p:spPr>
          <a:xfrm>
            <a:off x="5536804" y="3874638"/>
            <a:ext cx="175042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85766AA9-DEB3-4A2F-91DA-D42049E4ED1C}"/>
              </a:ext>
            </a:extLst>
          </p:cNvPr>
          <p:cNvCxnSpPr/>
          <p:nvPr/>
        </p:nvCxnSpPr>
        <p:spPr>
          <a:xfrm>
            <a:off x="8142420" y="3865053"/>
            <a:ext cx="175042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B3B92847-4F9C-4F7B-8A6D-E70800364A5F}"/>
              </a:ext>
            </a:extLst>
          </p:cNvPr>
          <p:cNvSpPr txBox="1"/>
          <p:nvPr/>
        </p:nvSpPr>
        <p:spPr>
          <a:xfrm>
            <a:off x="2813658" y="3901738"/>
            <a:ext cx="1268463" cy="276999"/>
          </a:xfrm>
          <a:prstGeom prst="rect">
            <a:avLst/>
          </a:prstGeom>
          <a:noFill/>
        </p:spPr>
        <p:txBody>
          <a:bodyPr wrap="square" rtlCol="0">
            <a:spAutoFit/>
          </a:bodyPr>
          <a:lstStyle/>
          <a:p>
            <a:r>
              <a:rPr lang="en-US" sz="1200" dirty="0"/>
              <a:t>Data Loading…</a:t>
            </a:r>
          </a:p>
        </p:txBody>
      </p:sp>
      <p:sp>
        <p:nvSpPr>
          <p:cNvPr id="77" name="TextBox 76">
            <a:extLst>
              <a:ext uri="{FF2B5EF4-FFF2-40B4-BE49-F238E27FC236}">
                <a16:creationId xmlns:a16="http://schemas.microsoft.com/office/drawing/2014/main" id="{1C9A8609-4823-4DD9-BE52-9D67B7F291BD}"/>
              </a:ext>
            </a:extLst>
          </p:cNvPr>
          <p:cNvSpPr txBox="1"/>
          <p:nvPr/>
        </p:nvSpPr>
        <p:spPr>
          <a:xfrm>
            <a:off x="5976047" y="3611824"/>
            <a:ext cx="871935" cy="276999"/>
          </a:xfrm>
          <a:prstGeom prst="rect">
            <a:avLst/>
          </a:prstGeom>
          <a:noFill/>
        </p:spPr>
        <p:txBody>
          <a:bodyPr wrap="square" rtlCol="0">
            <a:spAutoFit/>
          </a:bodyPr>
          <a:lstStyle/>
          <a:p>
            <a:r>
              <a:rPr lang="en-US" sz="1200" dirty="0"/>
              <a:t>Analysis</a:t>
            </a:r>
          </a:p>
        </p:txBody>
      </p:sp>
      <p:sp>
        <p:nvSpPr>
          <p:cNvPr id="78" name="TextBox 77">
            <a:extLst>
              <a:ext uri="{FF2B5EF4-FFF2-40B4-BE49-F238E27FC236}">
                <a16:creationId xmlns:a16="http://schemas.microsoft.com/office/drawing/2014/main" id="{9CE19C87-389C-46DC-A0D2-98A7A7C13D0F}"/>
              </a:ext>
            </a:extLst>
          </p:cNvPr>
          <p:cNvSpPr txBox="1"/>
          <p:nvPr/>
        </p:nvSpPr>
        <p:spPr>
          <a:xfrm>
            <a:off x="8473985" y="3597639"/>
            <a:ext cx="1257315" cy="276999"/>
          </a:xfrm>
          <a:prstGeom prst="rect">
            <a:avLst/>
          </a:prstGeom>
          <a:noFill/>
        </p:spPr>
        <p:txBody>
          <a:bodyPr wrap="square" rtlCol="0">
            <a:spAutoFit/>
          </a:bodyPr>
          <a:lstStyle/>
          <a:p>
            <a:r>
              <a:rPr lang="en-US" sz="1200" dirty="0"/>
              <a:t>Visualization</a:t>
            </a:r>
          </a:p>
        </p:txBody>
      </p:sp>
      <p:pic>
        <p:nvPicPr>
          <p:cNvPr id="79" name="Picture 78">
            <a:extLst>
              <a:ext uri="{FF2B5EF4-FFF2-40B4-BE49-F238E27FC236}">
                <a16:creationId xmlns:a16="http://schemas.microsoft.com/office/drawing/2014/main" id="{6BC83786-C54B-427C-A826-1A8E5FC9E7A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101733" y="3149087"/>
            <a:ext cx="577268" cy="577268"/>
          </a:xfrm>
          <a:prstGeom prst="rect">
            <a:avLst/>
          </a:prstGeom>
        </p:spPr>
      </p:pic>
      <p:sp>
        <p:nvSpPr>
          <p:cNvPr id="80" name="TextBox 79">
            <a:extLst>
              <a:ext uri="{FF2B5EF4-FFF2-40B4-BE49-F238E27FC236}">
                <a16:creationId xmlns:a16="http://schemas.microsoft.com/office/drawing/2014/main" id="{005E1C15-038D-4A38-B0E8-2F33F72B78A6}"/>
              </a:ext>
            </a:extLst>
          </p:cNvPr>
          <p:cNvSpPr txBox="1"/>
          <p:nvPr/>
        </p:nvSpPr>
        <p:spPr>
          <a:xfrm>
            <a:off x="2764905" y="3666269"/>
            <a:ext cx="1146680" cy="261610"/>
          </a:xfrm>
          <a:prstGeom prst="rect">
            <a:avLst/>
          </a:prstGeom>
          <a:noFill/>
        </p:spPr>
        <p:txBody>
          <a:bodyPr wrap="square" rtlCol="0">
            <a:spAutoFit/>
          </a:bodyPr>
          <a:lstStyle/>
          <a:p>
            <a:pPr algn="ctr"/>
            <a:r>
              <a:rPr lang="en-US" sz="1100" i="1" dirty="0"/>
              <a:t>Bash Script</a:t>
            </a:r>
          </a:p>
        </p:txBody>
      </p:sp>
    </p:spTree>
    <p:extLst>
      <p:ext uri="{BB962C8B-B14F-4D97-AF65-F5344CB8AC3E}">
        <p14:creationId xmlns:p14="http://schemas.microsoft.com/office/powerpoint/2010/main" val="1480381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42F45E7-7E3D-4589-9049-07B218C059A3}"/>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t="6117" b="9177"/>
          <a:stretch/>
        </p:blipFill>
        <p:spPr>
          <a:xfrm>
            <a:off x="0" y="0"/>
            <a:ext cx="12192000" cy="6858000"/>
          </a:xfrm>
          <a:prstGeom prst="rect">
            <a:avLst/>
          </a:prstGeom>
        </p:spPr>
      </p:pic>
      <p:sp>
        <p:nvSpPr>
          <p:cNvPr id="3" name="Rectangle 2">
            <a:extLst>
              <a:ext uri="{FF2B5EF4-FFF2-40B4-BE49-F238E27FC236}">
                <a16:creationId xmlns:a16="http://schemas.microsoft.com/office/drawing/2014/main" id="{16C990B1-4642-4784-8516-7A2BDEC39513}"/>
              </a:ext>
            </a:extLst>
          </p:cNvPr>
          <p:cNvSpPr/>
          <p:nvPr/>
        </p:nvSpPr>
        <p:spPr>
          <a:xfrm>
            <a:off x="0" y="0"/>
            <a:ext cx="12192000" cy="6858000"/>
          </a:xfrm>
          <a:prstGeom prst="rect">
            <a:avLst/>
          </a:prstGeom>
          <a:gradFill flip="none" rotWithShape="1">
            <a:gsLst>
              <a:gs pos="0">
                <a:schemeClr val="tx1">
                  <a:alpha val="95000"/>
                </a:schemeClr>
              </a:gs>
              <a:gs pos="100000">
                <a:schemeClr val="tx1">
                  <a:alpha val="95000"/>
                </a:schemeClr>
              </a:gs>
              <a:gs pos="49000">
                <a:schemeClr val="tx1">
                  <a:alpha val="80000"/>
                </a:schemeClr>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D559B658-F1DD-4235-A315-5FA31630973F}"/>
              </a:ext>
            </a:extLst>
          </p:cNvPr>
          <p:cNvSpPr/>
          <p:nvPr/>
        </p:nvSpPr>
        <p:spPr>
          <a:xfrm>
            <a:off x="8648700" y="5524500"/>
            <a:ext cx="3543300" cy="1047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41F1DEF-32DD-40D0-B63D-396863A5080A}"/>
              </a:ext>
            </a:extLst>
          </p:cNvPr>
          <p:cNvSpPr/>
          <p:nvPr/>
        </p:nvSpPr>
        <p:spPr>
          <a:xfrm>
            <a:off x="8243586" y="5723090"/>
            <a:ext cx="3543300" cy="650570"/>
          </a:xfrm>
          <a:prstGeom prst="rect">
            <a:avLst/>
          </a:prstGeom>
          <a:pattFill prst="dkDnDiag">
            <a:fgClr>
              <a:schemeClr val="accent6"/>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B5DE0E6C-D4E2-46CE-95B9-CFEF563B5642}"/>
              </a:ext>
            </a:extLst>
          </p:cNvPr>
          <p:cNvSpPr/>
          <p:nvPr/>
        </p:nvSpPr>
        <p:spPr>
          <a:xfrm>
            <a:off x="-1536702" y="-1549402"/>
            <a:ext cx="3829958" cy="3829958"/>
          </a:xfrm>
          <a:custGeom>
            <a:avLst/>
            <a:gdLst>
              <a:gd name="connsiteX0" fmla="*/ 1914979 w 3829958"/>
              <a:gd name="connsiteY0" fmla="*/ 0 h 3829958"/>
              <a:gd name="connsiteX1" fmla="*/ 3829958 w 3829958"/>
              <a:gd name="connsiteY1" fmla="*/ 1914979 h 3829958"/>
              <a:gd name="connsiteX2" fmla="*/ 3743864 w 3829958"/>
              <a:gd name="connsiteY2" fmla="*/ 2484435 h 3829958"/>
              <a:gd name="connsiteX3" fmla="*/ 3736535 w 3829958"/>
              <a:gd name="connsiteY3" fmla="*/ 2504461 h 3829958"/>
              <a:gd name="connsiteX4" fmla="*/ 3691901 w 3829958"/>
              <a:gd name="connsiteY4" fmla="*/ 2490606 h 3829958"/>
              <a:gd name="connsiteX5" fmla="*/ 3555553 w 3829958"/>
              <a:gd name="connsiteY5" fmla="*/ 2476861 h 3829958"/>
              <a:gd name="connsiteX6" fmla="*/ 2879005 w 3829958"/>
              <a:gd name="connsiteY6" fmla="*/ 3153409 h 3829958"/>
              <a:gd name="connsiteX7" fmla="*/ 2932172 w 3829958"/>
              <a:gd name="connsiteY7" fmla="*/ 3416752 h 3829958"/>
              <a:gd name="connsiteX8" fmla="*/ 2980604 w 3829958"/>
              <a:gd name="connsiteY8" fmla="*/ 3505983 h 3829958"/>
              <a:gd name="connsiteX9" fmla="*/ 2827772 w 3829958"/>
              <a:gd name="connsiteY9" fmla="*/ 3598830 h 3829958"/>
              <a:gd name="connsiteX10" fmla="*/ 1914979 w 3829958"/>
              <a:gd name="connsiteY10" fmla="*/ 3829958 h 3829958"/>
              <a:gd name="connsiteX11" fmla="*/ 0 w 3829958"/>
              <a:gd name="connsiteY11" fmla="*/ 1914979 h 3829958"/>
              <a:gd name="connsiteX12" fmla="*/ 1914979 w 3829958"/>
              <a:gd name="connsiteY12" fmla="*/ 0 h 3829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29958" h="3829958">
                <a:moveTo>
                  <a:pt x="1914979" y="0"/>
                </a:moveTo>
                <a:cubicBezTo>
                  <a:pt x="2972593" y="0"/>
                  <a:pt x="3829958" y="857365"/>
                  <a:pt x="3829958" y="1914979"/>
                </a:cubicBezTo>
                <a:cubicBezTo>
                  <a:pt x="3829958" y="2113282"/>
                  <a:pt x="3799816" y="2304544"/>
                  <a:pt x="3743864" y="2484435"/>
                </a:cubicBezTo>
                <a:lnTo>
                  <a:pt x="3736535" y="2504461"/>
                </a:lnTo>
                <a:lnTo>
                  <a:pt x="3691901" y="2490606"/>
                </a:lnTo>
                <a:cubicBezTo>
                  <a:pt x="3647859" y="2481594"/>
                  <a:pt x="3602259" y="2476861"/>
                  <a:pt x="3555553" y="2476861"/>
                </a:cubicBezTo>
                <a:cubicBezTo>
                  <a:pt x="3181906" y="2476861"/>
                  <a:pt x="2879005" y="2779762"/>
                  <a:pt x="2879005" y="3153409"/>
                </a:cubicBezTo>
                <a:cubicBezTo>
                  <a:pt x="2879005" y="3246821"/>
                  <a:pt x="2897936" y="3335811"/>
                  <a:pt x="2932172" y="3416752"/>
                </a:cubicBezTo>
                <a:lnTo>
                  <a:pt x="2980604" y="3505983"/>
                </a:lnTo>
                <a:lnTo>
                  <a:pt x="2827772" y="3598830"/>
                </a:lnTo>
                <a:cubicBezTo>
                  <a:pt x="2556432" y="3746231"/>
                  <a:pt x="2245483" y="3829958"/>
                  <a:pt x="1914979" y="3829958"/>
                </a:cubicBezTo>
                <a:cubicBezTo>
                  <a:pt x="857365" y="3829958"/>
                  <a:pt x="0" y="2972593"/>
                  <a:pt x="0" y="1914979"/>
                </a:cubicBezTo>
                <a:cubicBezTo>
                  <a:pt x="0" y="857365"/>
                  <a:pt x="857365" y="0"/>
                  <a:pt x="1914979" y="0"/>
                </a:cubicBezTo>
                <a:close/>
              </a:path>
            </a:pathLst>
          </a:custGeom>
          <a:pattFill prst="dkUp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Oval 6">
            <a:extLst>
              <a:ext uri="{FF2B5EF4-FFF2-40B4-BE49-F238E27FC236}">
                <a16:creationId xmlns:a16="http://schemas.microsoft.com/office/drawing/2014/main" id="{B3693BA1-2B08-47EB-AEAD-0DFA8395B271}"/>
              </a:ext>
            </a:extLst>
          </p:cNvPr>
          <p:cNvSpPr/>
          <p:nvPr/>
        </p:nvSpPr>
        <p:spPr>
          <a:xfrm>
            <a:off x="-1938848" y="-1951547"/>
            <a:ext cx="4634248" cy="4634248"/>
          </a:xfrm>
          <a:prstGeom prst="ellipse">
            <a:avLst/>
          </a:prstGeom>
          <a:noFill/>
          <a:ln w="19050">
            <a:solidFill>
              <a:schemeClr val="accent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B622297-A54D-4617-9EBC-CF6D576C5224}"/>
              </a:ext>
            </a:extLst>
          </p:cNvPr>
          <p:cNvSpPr/>
          <p:nvPr/>
        </p:nvSpPr>
        <p:spPr>
          <a:xfrm>
            <a:off x="1556761" y="1141917"/>
            <a:ext cx="924183" cy="92418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80318C4-BCDD-4311-A18F-9265B87A270B}"/>
              </a:ext>
            </a:extLst>
          </p:cNvPr>
          <p:cNvSpPr/>
          <p:nvPr/>
        </p:nvSpPr>
        <p:spPr>
          <a:xfrm rot="10800000">
            <a:off x="8445500" y="5617650"/>
            <a:ext cx="1041400" cy="2108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F698AE66-5967-4786-9D8F-1A725F6FC702}"/>
              </a:ext>
            </a:extLst>
          </p:cNvPr>
          <p:cNvGrpSpPr/>
          <p:nvPr/>
        </p:nvGrpSpPr>
        <p:grpSpPr>
          <a:xfrm>
            <a:off x="10420350" y="285750"/>
            <a:ext cx="804758" cy="144689"/>
            <a:chOff x="4455886" y="479425"/>
            <a:chExt cx="804758" cy="144689"/>
          </a:xfrm>
        </p:grpSpPr>
        <p:cxnSp>
          <p:nvCxnSpPr>
            <p:cNvPr id="15" name="Straight Connector 14">
              <a:extLst>
                <a:ext uri="{FF2B5EF4-FFF2-40B4-BE49-F238E27FC236}">
                  <a16:creationId xmlns:a16="http://schemas.microsoft.com/office/drawing/2014/main" id="{8F1A76E1-D6D8-4852-85B9-7FDD5ABBF3BB}"/>
                </a:ext>
              </a:extLst>
            </p:cNvPr>
            <p:cNvCxnSpPr>
              <a:cxnSpLocks/>
            </p:cNvCxnSpPr>
            <p:nvPr/>
          </p:nvCxnSpPr>
          <p:spPr>
            <a:xfrm flipH="1">
              <a:off x="445588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47E7E72-EC7D-477B-8049-BBFC86FEFF13}"/>
                </a:ext>
              </a:extLst>
            </p:cNvPr>
            <p:cNvCxnSpPr>
              <a:cxnSpLocks/>
            </p:cNvCxnSpPr>
            <p:nvPr/>
          </p:nvCxnSpPr>
          <p:spPr>
            <a:xfrm flipH="1">
              <a:off x="460384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BAB7941-03C6-4F12-9E04-9077539D8580}"/>
                </a:ext>
              </a:extLst>
            </p:cNvPr>
            <p:cNvCxnSpPr>
              <a:cxnSpLocks/>
            </p:cNvCxnSpPr>
            <p:nvPr/>
          </p:nvCxnSpPr>
          <p:spPr>
            <a:xfrm flipH="1">
              <a:off x="475179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49FD28-7095-45B9-A159-1411E0D082CF}"/>
                </a:ext>
              </a:extLst>
            </p:cNvPr>
            <p:cNvCxnSpPr>
              <a:cxnSpLocks/>
            </p:cNvCxnSpPr>
            <p:nvPr/>
          </p:nvCxnSpPr>
          <p:spPr>
            <a:xfrm flipH="1">
              <a:off x="489975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94CE044-D8F7-478D-AC0F-4B7B7EC81420}"/>
                </a:ext>
              </a:extLst>
            </p:cNvPr>
            <p:cNvCxnSpPr>
              <a:cxnSpLocks/>
            </p:cNvCxnSpPr>
            <p:nvPr/>
          </p:nvCxnSpPr>
          <p:spPr>
            <a:xfrm flipH="1">
              <a:off x="504770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4DFADAC-57F4-4EB2-9CF7-1020DEA1EB0C}"/>
                </a:ext>
              </a:extLst>
            </p:cNvPr>
            <p:cNvCxnSpPr>
              <a:cxnSpLocks/>
            </p:cNvCxnSpPr>
            <p:nvPr/>
          </p:nvCxnSpPr>
          <p:spPr>
            <a:xfrm flipH="1">
              <a:off x="519566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24" name="Straight Connector 23">
            <a:extLst>
              <a:ext uri="{FF2B5EF4-FFF2-40B4-BE49-F238E27FC236}">
                <a16:creationId xmlns:a16="http://schemas.microsoft.com/office/drawing/2014/main" id="{B0A8832C-24F7-4903-86A4-6AE9F1C8E555}"/>
              </a:ext>
            </a:extLst>
          </p:cNvPr>
          <p:cNvCxnSpPr>
            <a:cxnSpLocks/>
          </p:cNvCxnSpPr>
          <p:nvPr/>
        </p:nvCxnSpPr>
        <p:spPr>
          <a:xfrm flipH="1">
            <a:off x="11201400" y="358094"/>
            <a:ext cx="981075"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C96E1AB-AAFA-4C31-A014-04B75B16B1D9}"/>
              </a:ext>
            </a:extLst>
          </p:cNvPr>
          <p:cNvCxnSpPr>
            <a:cxnSpLocks/>
          </p:cNvCxnSpPr>
          <p:nvPr/>
        </p:nvCxnSpPr>
        <p:spPr>
          <a:xfrm>
            <a:off x="895816" y="2627086"/>
            <a:ext cx="0" cy="4211864"/>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D8E0974-BC24-4BA5-97A3-EC9ED8F4A343}"/>
              </a:ext>
            </a:extLst>
          </p:cNvPr>
          <p:cNvCxnSpPr>
            <a:cxnSpLocks/>
          </p:cNvCxnSpPr>
          <p:nvPr/>
        </p:nvCxnSpPr>
        <p:spPr>
          <a:xfrm>
            <a:off x="529166" y="4838700"/>
            <a:ext cx="0" cy="200025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C026667-799F-4EB6-B96F-4D9051F3C6F9}"/>
              </a:ext>
            </a:extLst>
          </p:cNvPr>
          <p:cNvCxnSpPr>
            <a:cxnSpLocks/>
          </p:cNvCxnSpPr>
          <p:nvPr/>
        </p:nvCxnSpPr>
        <p:spPr>
          <a:xfrm>
            <a:off x="232283" y="6248400"/>
            <a:ext cx="0" cy="59055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C476F0D7-F33E-4A33-9A25-D15E7B57E91D}"/>
              </a:ext>
            </a:extLst>
          </p:cNvPr>
          <p:cNvGrpSpPr/>
          <p:nvPr/>
        </p:nvGrpSpPr>
        <p:grpSpPr>
          <a:xfrm>
            <a:off x="2563916" y="358094"/>
            <a:ext cx="1729654" cy="848268"/>
            <a:chOff x="233739" y="283295"/>
            <a:chExt cx="1729654" cy="848268"/>
          </a:xfrm>
          <a:gradFill>
            <a:gsLst>
              <a:gs pos="0">
                <a:schemeClr val="accent3"/>
              </a:gs>
              <a:gs pos="100000">
                <a:schemeClr val="tx1">
                  <a:alpha val="0"/>
                </a:schemeClr>
              </a:gs>
            </a:gsLst>
            <a:lin ang="0" scaled="1"/>
          </a:gradFill>
        </p:grpSpPr>
        <p:grpSp>
          <p:nvGrpSpPr>
            <p:cNvPr id="34" name="Group 33">
              <a:extLst>
                <a:ext uri="{FF2B5EF4-FFF2-40B4-BE49-F238E27FC236}">
                  <a16:creationId xmlns:a16="http://schemas.microsoft.com/office/drawing/2014/main" id="{75D90828-5100-410A-8A8E-4687D38638FA}"/>
                </a:ext>
              </a:extLst>
            </p:cNvPr>
            <p:cNvGrpSpPr/>
            <p:nvPr/>
          </p:nvGrpSpPr>
          <p:grpSpPr>
            <a:xfrm rot="5400000">
              <a:off x="1055270" y="-538236"/>
              <a:ext cx="86591" cy="1729654"/>
              <a:chOff x="85292" y="59892"/>
              <a:chExt cx="86591" cy="1729654"/>
            </a:xfrm>
            <a:grpFill/>
          </p:grpSpPr>
          <p:sp>
            <p:nvSpPr>
              <p:cNvPr id="68" name="Oval 67">
                <a:extLst>
                  <a:ext uri="{FF2B5EF4-FFF2-40B4-BE49-F238E27FC236}">
                    <a16:creationId xmlns:a16="http://schemas.microsoft.com/office/drawing/2014/main" id="{81DCCFD7-E0A5-47AD-986F-4F362EFA64B4}"/>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CFB457A8-22BF-445D-8BE4-A5F0B8F28315}"/>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F9CE3CC5-6A7F-4EDF-98E8-87C0423E576A}"/>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BC7124F4-4C3D-4E37-BAE9-9EDED01A0EA0}"/>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D535BD03-2F0C-4000-88DC-929BE058361D}"/>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E3252F64-CB94-446A-9777-533DA0DFB361}"/>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EBA391DC-019F-4A84-880F-EE19B975D245}"/>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B1664578-5E45-4F3B-87FF-5CACEC9B8DFA}"/>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E03CCC18-FFEA-4FB8-9EFD-6C14B821CC83}"/>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69A5247D-C922-46D3-8D5E-C5BA40B504A7}"/>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2163A3C6-F6A5-4A7C-9540-CE170FFD1C11}"/>
                </a:ext>
              </a:extLst>
            </p:cNvPr>
            <p:cNvGrpSpPr/>
            <p:nvPr/>
          </p:nvGrpSpPr>
          <p:grpSpPr>
            <a:xfrm rot="5400000">
              <a:off x="1055270" y="-284344"/>
              <a:ext cx="86591" cy="1729654"/>
              <a:chOff x="85292" y="59892"/>
              <a:chExt cx="86591" cy="1729654"/>
            </a:xfrm>
            <a:grpFill/>
          </p:grpSpPr>
          <p:sp>
            <p:nvSpPr>
              <p:cNvPr id="58" name="Oval 57">
                <a:extLst>
                  <a:ext uri="{FF2B5EF4-FFF2-40B4-BE49-F238E27FC236}">
                    <a16:creationId xmlns:a16="http://schemas.microsoft.com/office/drawing/2014/main" id="{A38A5E62-0408-4617-838D-0C50A772158D}"/>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6D471D9B-B1A8-4A13-B904-D1F99AE2A052}"/>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59015498-9B56-4E63-A85E-C9F3BC12C5F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072DCEF1-0785-4B65-AE1F-56F85C2FF31B}"/>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FF75C609-B566-4B1B-9ADD-14310F3129D9}"/>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3EB0BFA9-3F87-437F-A039-56CC41037663}"/>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976DEC39-9D0A-44FB-9A62-C28F18F749C5}"/>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670AA069-8264-4C03-B5A9-69BC6E2AFA16}"/>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DEB57F6E-1D9B-4351-8C01-E6CF70C574FE}"/>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4DC638D5-8901-4644-ABD5-35D803D1D606}"/>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E0884EA3-8932-4332-B434-E341678CD491}"/>
                </a:ext>
              </a:extLst>
            </p:cNvPr>
            <p:cNvGrpSpPr/>
            <p:nvPr/>
          </p:nvGrpSpPr>
          <p:grpSpPr>
            <a:xfrm rot="5400000">
              <a:off x="1055270" y="-30452"/>
              <a:ext cx="86591" cy="1729654"/>
              <a:chOff x="85292" y="59892"/>
              <a:chExt cx="86591" cy="1729654"/>
            </a:xfrm>
            <a:grpFill/>
          </p:grpSpPr>
          <p:sp>
            <p:nvSpPr>
              <p:cNvPr id="48" name="Oval 47">
                <a:extLst>
                  <a:ext uri="{FF2B5EF4-FFF2-40B4-BE49-F238E27FC236}">
                    <a16:creationId xmlns:a16="http://schemas.microsoft.com/office/drawing/2014/main" id="{5F088E95-F67A-4E2A-96CD-096E878B2397}"/>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BF7EA06-3AB5-4176-BCF5-EA49597E187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0303BAB0-F36E-4FFC-8AC9-E888B036E05B}"/>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BDCEEE51-8A01-450A-BBB6-2EE82FAD25C7}"/>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AF7E0978-36BC-4FFC-BC62-78004EC6545F}"/>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26E88A2D-E06A-4B31-897A-F29D5BCA6059}"/>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CABE59FC-4023-4E7D-8847-A16CB70E1FF1}"/>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CC430C89-D3C1-4F61-A6C8-16EF64470952}"/>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54358A37-A5A9-4A84-B2DD-B5FB8BE394EA}"/>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E11FDEA4-5CF8-46B6-B19D-5C4AE81BF77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D4429CDA-BCA9-4826-A6E2-7306FC4012FB}"/>
                </a:ext>
              </a:extLst>
            </p:cNvPr>
            <p:cNvGrpSpPr/>
            <p:nvPr/>
          </p:nvGrpSpPr>
          <p:grpSpPr>
            <a:xfrm rot="5400000">
              <a:off x="1055270" y="223441"/>
              <a:ext cx="86591" cy="1729654"/>
              <a:chOff x="85292" y="59892"/>
              <a:chExt cx="86591" cy="1729654"/>
            </a:xfrm>
            <a:grpFill/>
          </p:grpSpPr>
          <p:sp>
            <p:nvSpPr>
              <p:cNvPr id="38" name="Oval 37">
                <a:extLst>
                  <a:ext uri="{FF2B5EF4-FFF2-40B4-BE49-F238E27FC236}">
                    <a16:creationId xmlns:a16="http://schemas.microsoft.com/office/drawing/2014/main" id="{E4547F50-1583-4489-88DA-074C4B15BE50}"/>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6D963E37-01FA-483F-97B8-283894A51733}"/>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FB26921C-9545-4AC1-A39D-97CC01AA7DED}"/>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C7F50F07-F94F-4240-B23B-19737864FC3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63E80846-CB79-4D2B-89D5-4FE39182BD64}"/>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37088A44-5D33-4105-8791-905E8F2ED162}"/>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4309E6E7-66E4-43A5-AF5B-98CCB5A6D217}"/>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50032B6A-F2E9-4056-9271-31D8BF23E443}"/>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F62B9C11-1F77-44B5-899A-12FC9D4A3236}"/>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AA822719-F362-49F2-BF1A-E07F246EFBDF}"/>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8" name="Group 77">
            <a:extLst>
              <a:ext uri="{FF2B5EF4-FFF2-40B4-BE49-F238E27FC236}">
                <a16:creationId xmlns:a16="http://schemas.microsoft.com/office/drawing/2014/main" id="{C13D135F-54DE-4187-AC61-D78180B82C45}"/>
              </a:ext>
            </a:extLst>
          </p:cNvPr>
          <p:cNvGrpSpPr/>
          <p:nvPr/>
        </p:nvGrpSpPr>
        <p:grpSpPr>
          <a:xfrm>
            <a:off x="10260116" y="5025344"/>
            <a:ext cx="1729654" cy="848268"/>
            <a:chOff x="233739" y="283295"/>
            <a:chExt cx="1729654" cy="848268"/>
          </a:xfrm>
          <a:gradFill>
            <a:gsLst>
              <a:gs pos="0">
                <a:schemeClr val="accent3"/>
              </a:gs>
              <a:gs pos="100000">
                <a:schemeClr val="tx1">
                  <a:alpha val="0"/>
                </a:schemeClr>
              </a:gs>
            </a:gsLst>
            <a:lin ang="0" scaled="1"/>
          </a:gradFill>
        </p:grpSpPr>
        <p:grpSp>
          <p:nvGrpSpPr>
            <p:cNvPr id="79" name="Group 78">
              <a:extLst>
                <a:ext uri="{FF2B5EF4-FFF2-40B4-BE49-F238E27FC236}">
                  <a16:creationId xmlns:a16="http://schemas.microsoft.com/office/drawing/2014/main" id="{C8596B4A-332B-4DF9-964B-58055561AB9D}"/>
                </a:ext>
              </a:extLst>
            </p:cNvPr>
            <p:cNvGrpSpPr/>
            <p:nvPr/>
          </p:nvGrpSpPr>
          <p:grpSpPr>
            <a:xfrm rot="5400000">
              <a:off x="1055270" y="-538236"/>
              <a:ext cx="86591" cy="1729654"/>
              <a:chOff x="85292" y="59892"/>
              <a:chExt cx="86591" cy="1729654"/>
            </a:xfrm>
            <a:grpFill/>
          </p:grpSpPr>
          <p:sp>
            <p:nvSpPr>
              <p:cNvPr id="113" name="Oval 112">
                <a:extLst>
                  <a:ext uri="{FF2B5EF4-FFF2-40B4-BE49-F238E27FC236}">
                    <a16:creationId xmlns:a16="http://schemas.microsoft.com/office/drawing/2014/main" id="{7089744E-FA18-468B-AAB3-5708BA336F44}"/>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0D9E6EAE-84CC-44BE-8470-02AF07EFE40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a:extLst>
                  <a:ext uri="{FF2B5EF4-FFF2-40B4-BE49-F238E27FC236}">
                    <a16:creationId xmlns:a16="http://schemas.microsoft.com/office/drawing/2014/main" id="{6A9A00CF-96C1-4049-BA32-48C7F14190C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1B205536-8343-4753-8C3C-6EBAD27CB025}"/>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FFE1934F-0BA2-4B7F-8C40-2B8A30E23D43}"/>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39D6ECF3-87B6-456E-A872-B472FC3E78EA}"/>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B070C7AC-0E68-48F9-B7A5-C39C9370F9ED}"/>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CE8DDDFF-8040-4BEA-AE98-38E72EAFA225}"/>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F37BA6A8-B41B-44F7-80B9-DDC6DBBD46FF}"/>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E055EE7C-F064-42A2-8872-9B6A1FE5B1C4}"/>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0" name="Group 79">
              <a:extLst>
                <a:ext uri="{FF2B5EF4-FFF2-40B4-BE49-F238E27FC236}">
                  <a16:creationId xmlns:a16="http://schemas.microsoft.com/office/drawing/2014/main" id="{EECCF488-A5E3-4BA6-9C2A-9D42966EC4C7}"/>
                </a:ext>
              </a:extLst>
            </p:cNvPr>
            <p:cNvGrpSpPr/>
            <p:nvPr/>
          </p:nvGrpSpPr>
          <p:grpSpPr>
            <a:xfrm rot="5400000">
              <a:off x="1055270" y="-284344"/>
              <a:ext cx="86591" cy="1729654"/>
              <a:chOff x="85292" y="59892"/>
              <a:chExt cx="86591" cy="1729654"/>
            </a:xfrm>
            <a:grpFill/>
          </p:grpSpPr>
          <p:sp>
            <p:nvSpPr>
              <p:cNvPr id="103" name="Oval 102">
                <a:extLst>
                  <a:ext uri="{FF2B5EF4-FFF2-40B4-BE49-F238E27FC236}">
                    <a16:creationId xmlns:a16="http://schemas.microsoft.com/office/drawing/2014/main" id="{0E42244A-7AA6-453D-B12B-F427F4D64F0E}"/>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4FBC28B3-941C-4E3B-91C4-DAB4186DCBC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D4E23335-3D76-421A-A455-D3E75C21F314}"/>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831EDD80-EEF3-4CB2-B523-52A7633A6C38}"/>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15C6C3B7-66FB-4502-AA4A-4494C7079A38}"/>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8F610EBE-B34C-4B1C-A526-53B0B548B0C4}"/>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E740292B-3A54-44CB-8030-D451E034C52F}"/>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D4893017-2A88-4489-BD53-8FA9D91043ED}"/>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BD55C28F-69B6-4462-B8D2-EF6487547A8B}"/>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B1AC7914-4D7B-4804-BB25-98795DFBBE7B}"/>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AA18B733-BFB7-4FD4-ABDE-08285BB754DD}"/>
                </a:ext>
              </a:extLst>
            </p:cNvPr>
            <p:cNvGrpSpPr/>
            <p:nvPr/>
          </p:nvGrpSpPr>
          <p:grpSpPr>
            <a:xfrm rot="5400000">
              <a:off x="1055270" y="-30452"/>
              <a:ext cx="86591" cy="1729654"/>
              <a:chOff x="85292" y="59892"/>
              <a:chExt cx="86591" cy="1729654"/>
            </a:xfrm>
            <a:grpFill/>
          </p:grpSpPr>
          <p:sp>
            <p:nvSpPr>
              <p:cNvPr id="93" name="Oval 92">
                <a:extLst>
                  <a:ext uri="{FF2B5EF4-FFF2-40B4-BE49-F238E27FC236}">
                    <a16:creationId xmlns:a16="http://schemas.microsoft.com/office/drawing/2014/main" id="{340D1657-54A1-46F3-B1DC-998063F67812}"/>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C1669A70-1DAC-498F-AB5C-8E8050B209D0}"/>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EF52E370-21DD-4B9E-971A-B72A552BC725}"/>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867B3439-6708-452C-8E7D-7ACC2C83F622}"/>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39A99387-5750-40CA-A2C3-6093B03200A4}"/>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77CD4979-8E37-4A55-BAE6-4702AAA82F15}"/>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72B9F5C5-E9ED-40B1-A850-67D8CF81FB0C}"/>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6DB136E8-23B5-485C-81F9-65B6E3556C2F}"/>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AE5A1B14-04E3-461A-BCA8-4254D4D84005}"/>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05E07A7D-4B74-4882-AB43-BBBB303B9F6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 name="Group 81">
              <a:extLst>
                <a:ext uri="{FF2B5EF4-FFF2-40B4-BE49-F238E27FC236}">
                  <a16:creationId xmlns:a16="http://schemas.microsoft.com/office/drawing/2014/main" id="{CE0EC56B-FD84-4BEA-B1F3-0B181EB8211E}"/>
                </a:ext>
              </a:extLst>
            </p:cNvPr>
            <p:cNvGrpSpPr/>
            <p:nvPr/>
          </p:nvGrpSpPr>
          <p:grpSpPr>
            <a:xfrm rot="5400000">
              <a:off x="1055270" y="223441"/>
              <a:ext cx="86591" cy="1729654"/>
              <a:chOff x="85292" y="59892"/>
              <a:chExt cx="86591" cy="1729654"/>
            </a:xfrm>
            <a:grpFill/>
          </p:grpSpPr>
          <p:sp>
            <p:nvSpPr>
              <p:cNvPr id="83" name="Oval 82">
                <a:extLst>
                  <a:ext uri="{FF2B5EF4-FFF2-40B4-BE49-F238E27FC236}">
                    <a16:creationId xmlns:a16="http://schemas.microsoft.com/office/drawing/2014/main" id="{35F804F5-26BA-436E-B40B-B30E284EC6EA}"/>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3E4AA924-361E-4477-93B5-5CBF68B0B88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8D5CCCF6-FB7D-4579-B0D9-891F9F500D4B}"/>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A9F21A39-8D85-4650-AD05-75689CDA9D7F}"/>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FCD21955-8A08-4D03-B59A-9C03F93E8CFD}"/>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6F1A9CEA-3ECE-48BC-9EB9-0642C7DC2977}"/>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04CE57BE-8602-41CB-8971-5D7E9BA4F21C}"/>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723CD544-17A7-4A26-8C21-949FF32C455C}"/>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C016A52F-5E0B-46A6-9565-F264E4E4662C}"/>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5C314357-2C06-4593-A9EE-822A1DE6D77B}"/>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3" name="Group 122">
            <a:extLst>
              <a:ext uri="{FF2B5EF4-FFF2-40B4-BE49-F238E27FC236}">
                <a16:creationId xmlns:a16="http://schemas.microsoft.com/office/drawing/2014/main" id="{F184C3A3-073C-4EF4-ADD6-2254197028A5}"/>
              </a:ext>
            </a:extLst>
          </p:cNvPr>
          <p:cNvGrpSpPr/>
          <p:nvPr/>
        </p:nvGrpSpPr>
        <p:grpSpPr>
          <a:xfrm rot="16200000">
            <a:off x="-23244" y="5404397"/>
            <a:ext cx="1729654" cy="848268"/>
            <a:chOff x="233739" y="283295"/>
            <a:chExt cx="1729654" cy="848268"/>
          </a:xfrm>
          <a:gradFill>
            <a:gsLst>
              <a:gs pos="0">
                <a:schemeClr val="accent3"/>
              </a:gs>
              <a:gs pos="100000">
                <a:schemeClr val="tx1">
                  <a:alpha val="0"/>
                </a:schemeClr>
              </a:gs>
            </a:gsLst>
            <a:lin ang="0" scaled="1"/>
          </a:gradFill>
        </p:grpSpPr>
        <p:grpSp>
          <p:nvGrpSpPr>
            <p:cNvPr id="124" name="Group 123">
              <a:extLst>
                <a:ext uri="{FF2B5EF4-FFF2-40B4-BE49-F238E27FC236}">
                  <a16:creationId xmlns:a16="http://schemas.microsoft.com/office/drawing/2014/main" id="{2F1BCD85-0C1D-4C81-A1CF-64000091D4E6}"/>
                </a:ext>
              </a:extLst>
            </p:cNvPr>
            <p:cNvGrpSpPr/>
            <p:nvPr/>
          </p:nvGrpSpPr>
          <p:grpSpPr>
            <a:xfrm rot="5400000">
              <a:off x="1055270" y="-538236"/>
              <a:ext cx="86591" cy="1729654"/>
              <a:chOff x="85292" y="59892"/>
              <a:chExt cx="86591" cy="1729654"/>
            </a:xfrm>
            <a:grpFill/>
          </p:grpSpPr>
          <p:sp>
            <p:nvSpPr>
              <p:cNvPr id="158" name="Oval 157">
                <a:extLst>
                  <a:ext uri="{FF2B5EF4-FFF2-40B4-BE49-F238E27FC236}">
                    <a16:creationId xmlns:a16="http://schemas.microsoft.com/office/drawing/2014/main" id="{FF2373DD-0104-4E61-B137-E791C61E9FB7}"/>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a:extLst>
                  <a:ext uri="{FF2B5EF4-FFF2-40B4-BE49-F238E27FC236}">
                    <a16:creationId xmlns:a16="http://schemas.microsoft.com/office/drawing/2014/main" id="{345AC7EC-89B0-4DAF-ABE1-917D9391A4A7}"/>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a:extLst>
                  <a:ext uri="{FF2B5EF4-FFF2-40B4-BE49-F238E27FC236}">
                    <a16:creationId xmlns:a16="http://schemas.microsoft.com/office/drawing/2014/main" id="{5C8C5AE6-1949-4756-896F-650D73091547}"/>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Oval 160">
                <a:extLst>
                  <a:ext uri="{FF2B5EF4-FFF2-40B4-BE49-F238E27FC236}">
                    <a16:creationId xmlns:a16="http://schemas.microsoft.com/office/drawing/2014/main" id="{7714A075-3639-4519-AA5E-BB8C66AD98C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Oval 161">
                <a:extLst>
                  <a:ext uri="{FF2B5EF4-FFF2-40B4-BE49-F238E27FC236}">
                    <a16:creationId xmlns:a16="http://schemas.microsoft.com/office/drawing/2014/main" id="{C9935CF5-1B4B-4695-AFAC-6D9A16F0C7C8}"/>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a:extLst>
                  <a:ext uri="{FF2B5EF4-FFF2-40B4-BE49-F238E27FC236}">
                    <a16:creationId xmlns:a16="http://schemas.microsoft.com/office/drawing/2014/main" id="{C41A35E7-7A97-4863-9502-5BCECCEF4228}"/>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a:extLst>
                  <a:ext uri="{FF2B5EF4-FFF2-40B4-BE49-F238E27FC236}">
                    <a16:creationId xmlns:a16="http://schemas.microsoft.com/office/drawing/2014/main" id="{11EB2960-154B-454B-877C-5F091670D252}"/>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Oval 164">
                <a:extLst>
                  <a:ext uri="{FF2B5EF4-FFF2-40B4-BE49-F238E27FC236}">
                    <a16:creationId xmlns:a16="http://schemas.microsoft.com/office/drawing/2014/main" id="{0371AF70-5D28-4BBB-9493-087622E0386E}"/>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a:extLst>
                  <a:ext uri="{FF2B5EF4-FFF2-40B4-BE49-F238E27FC236}">
                    <a16:creationId xmlns:a16="http://schemas.microsoft.com/office/drawing/2014/main" id="{D2F1F8DC-F58E-49D4-91E3-85F61E12F3E0}"/>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Oval 166">
                <a:extLst>
                  <a:ext uri="{FF2B5EF4-FFF2-40B4-BE49-F238E27FC236}">
                    <a16:creationId xmlns:a16="http://schemas.microsoft.com/office/drawing/2014/main" id="{4E230B08-640F-4352-84BF-D632E137D54E}"/>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5" name="Group 124">
              <a:extLst>
                <a:ext uri="{FF2B5EF4-FFF2-40B4-BE49-F238E27FC236}">
                  <a16:creationId xmlns:a16="http://schemas.microsoft.com/office/drawing/2014/main" id="{E9D79321-D215-4181-B7B5-6E83D3F90EEA}"/>
                </a:ext>
              </a:extLst>
            </p:cNvPr>
            <p:cNvGrpSpPr/>
            <p:nvPr/>
          </p:nvGrpSpPr>
          <p:grpSpPr>
            <a:xfrm rot="5400000">
              <a:off x="1055270" y="-284344"/>
              <a:ext cx="86591" cy="1729654"/>
              <a:chOff x="85292" y="59892"/>
              <a:chExt cx="86591" cy="1729654"/>
            </a:xfrm>
            <a:grpFill/>
          </p:grpSpPr>
          <p:sp>
            <p:nvSpPr>
              <p:cNvPr id="148" name="Oval 147">
                <a:extLst>
                  <a:ext uri="{FF2B5EF4-FFF2-40B4-BE49-F238E27FC236}">
                    <a16:creationId xmlns:a16="http://schemas.microsoft.com/office/drawing/2014/main" id="{91A2325B-90FB-4B3B-9B3E-5742ED7F6D05}"/>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Oval 148">
                <a:extLst>
                  <a:ext uri="{FF2B5EF4-FFF2-40B4-BE49-F238E27FC236}">
                    <a16:creationId xmlns:a16="http://schemas.microsoft.com/office/drawing/2014/main" id="{9587DC87-5BDA-4D33-9B80-B4CE8E797ADA}"/>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a:extLst>
                  <a:ext uri="{FF2B5EF4-FFF2-40B4-BE49-F238E27FC236}">
                    <a16:creationId xmlns:a16="http://schemas.microsoft.com/office/drawing/2014/main" id="{A7E49CED-B878-4F1D-97FD-F0D5FBA13C9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a:extLst>
                  <a:ext uri="{FF2B5EF4-FFF2-40B4-BE49-F238E27FC236}">
                    <a16:creationId xmlns:a16="http://schemas.microsoft.com/office/drawing/2014/main" id="{E4EB0D13-92C9-4227-85E9-42968549A3A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a:extLst>
                  <a:ext uri="{FF2B5EF4-FFF2-40B4-BE49-F238E27FC236}">
                    <a16:creationId xmlns:a16="http://schemas.microsoft.com/office/drawing/2014/main" id="{456749B0-5674-45E1-B4DB-A3DB15FE37F0}"/>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a:extLst>
                  <a:ext uri="{FF2B5EF4-FFF2-40B4-BE49-F238E27FC236}">
                    <a16:creationId xmlns:a16="http://schemas.microsoft.com/office/drawing/2014/main" id="{1FF90E95-A4E9-4220-9A93-EC0677C0AAC9}"/>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a:extLst>
                  <a:ext uri="{FF2B5EF4-FFF2-40B4-BE49-F238E27FC236}">
                    <a16:creationId xmlns:a16="http://schemas.microsoft.com/office/drawing/2014/main" id="{F1F06578-D017-4B76-ACFF-1DF22AD672DD}"/>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a:extLst>
                  <a:ext uri="{FF2B5EF4-FFF2-40B4-BE49-F238E27FC236}">
                    <a16:creationId xmlns:a16="http://schemas.microsoft.com/office/drawing/2014/main" id="{53111620-21A8-4D82-8F30-BABE40857A58}"/>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28BF1636-A4E1-407A-8D75-7C89541A4B01}"/>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a:extLst>
                  <a:ext uri="{FF2B5EF4-FFF2-40B4-BE49-F238E27FC236}">
                    <a16:creationId xmlns:a16="http://schemas.microsoft.com/office/drawing/2014/main" id="{D69FB0EC-49CB-470C-A688-D8EEF01C0C1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125">
              <a:extLst>
                <a:ext uri="{FF2B5EF4-FFF2-40B4-BE49-F238E27FC236}">
                  <a16:creationId xmlns:a16="http://schemas.microsoft.com/office/drawing/2014/main" id="{E78C7CF2-5B50-4FDE-945B-85F366423944}"/>
                </a:ext>
              </a:extLst>
            </p:cNvPr>
            <p:cNvGrpSpPr/>
            <p:nvPr/>
          </p:nvGrpSpPr>
          <p:grpSpPr>
            <a:xfrm rot="5400000">
              <a:off x="1055270" y="-30452"/>
              <a:ext cx="86591" cy="1729654"/>
              <a:chOff x="85292" y="59892"/>
              <a:chExt cx="86591" cy="1729654"/>
            </a:xfrm>
            <a:grpFill/>
          </p:grpSpPr>
          <p:sp>
            <p:nvSpPr>
              <p:cNvPr id="138" name="Oval 137">
                <a:extLst>
                  <a:ext uri="{FF2B5EF4-FFF2-40B4-BE49-F238E27FC236}">
                    <a16:creationId xmlns:a16="http://schemas.microsoft.com/office/drawing/2014/main" id="{80F752F0-D6D2-4C81-B51E-B41D0A5F370D}"/>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a:extLst>
                  <a:ext uri="{FF2B5EF4-FFF2-40B4-BE49-F238E27FC236}">
                    <a16:creationId xmlns:a16="http://schemas.microsoft.com/office/drawing/2014/main" id="{05721A32-45CF-4DAC-89CF-522A15558B8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a:extLst>
                  <a:ext uri="{FF2B5EF4-FFF2-40B4-BE49-F238E27FC236}">
                    <a16:creationId xmlns:a16="http://schemas.microsoft.com/office/drawing/2014/main" id="{1B15AC74-A498-4469-BE65-01CB7A6F7BE3}"/>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1FE29D41-6A85-4140-9F2D-26A3154F9D35}"/>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a:extLst>
                  <a:ext uri="{FF2B5EF4-FFF2-40B4-BE49-F238E27FC236}">
                    <a16:creationId xmlns:a16="http://schemas.microsoft.com/office/drawing/2014/main" id="{31F04094-164F-48B5-8AF3-79C2D48092E3}"/>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a:extLst>
                  <a:ext uri="{FF2B5EF4-FFF2-40B4-BE49-F238E27FC236}">
                    <a16:creationId xmlns:a16="http://schemas.microsoft.com/office/drawing/2014/main" id="{03C47591-C01F-4A21-A881-B3ADDBB5AF38}"/>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a:extLst>
                  <a:ext uri="{FF2B5EF4-FFF2-40B4-BE49-F238E27FC236}">
                    <a16:creationId xmlns:a16="http://schemas.microsoft.com/office/drawing/2014/main" id="{E0165459-0291-4E9A-B276-F5F43E9583E4}"/>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a:extLst>
                  <a:ext uri="{FF2B5EF4-FFF2-40B4-BE49-F238E27FC236}">
                    <a16:creationId xmlns:a16="http://schemas.microsoft.com/office/drawing/2014/main" id="{F850E9DC-097E-46B7-A242-1810A996BBF2}"/>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FEF33DE2-183A-4301-958F-9E1AD301A007}"/>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Oval 146">
                <a:extLst>
                  <a:ext uri="{FF2B5EF4-FFF2-40B4-BE49-F238E27FC236}">
                    <a16:creationId xmlns:a16="http://schemas.microsoft.com/office/drawing/2014/main" id="{9B6FCC23-E8EA-46D1-B589-AF25D9BFA639}"/>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7" name="Group 126">
              <a:extLst>
                <a:ext uri="{FF2B5EF4-FFF2-40B4-BE49-F238E27FC236}">
                  <a16:creationId xmlns:a16="http://schemas.microsoft.com/office/drawing/2014/main" id="{6E72CABD-5337-4E73-A16D-F3C6D2B7AACC}"/>
                </a:ext>
              </a:extLst>
            </p:cNvPr>
            <p:cNvGrpSpPr/>
            <p:nvPr/>
          </p:nvGrpSpPr>
          <p:grpSpPr>
            <a:xfrm rot="5400000">
              <a:off x="1055270" y="223441"/>
              <a:ext cx="86591" cy="1729654"/>
              <a:chOff x="85292" y="59892"/>
              <a:chExt cx="86591" cy="1729654"/>
            </a:xfrm>
            <a:grpFill/>
          </p:grpSpPr>
          <p:sp>
            <p:nvSpPr>
              <p:cNvPr id="128" name="Oval 127">
                <a:extLst>
                  <a:ext uri="{FF2B5EF4-FFF2-40B4-BE49-F238E27FC236}">
                    <a16:creationId xmlns:a16="http://schemas.microsoft.com/office/drawing/2014/main" id="{136A3317-CB32-4574-B664-CE93E62402DA}"/>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2F1A3F06-65C6-4314-B364-C613F20BC0E3}"/>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405FD8D2-2A72-41DC-97A1-3BBC3BA58C01}"/>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8223FC2C-3E81-479D-BCA9-27A74861B47C}"/>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33ECFB38-EC1C-436B-B1FF-4B3C85260109}"/>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a:extLst>
                  <a:ext uri="{FF2B5EF4-FFF2-40B4-BE49-F238E27FC236}">
                    <a16:creationId xmlns:a16="http://schemas.microsoft.com/office/drawing/2014/main" id="{EDC08F8F-07F7-4AA7-9F6E-4F3A4A77164C}"/>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a:extLst>
                  <a:ext uri="{FF2B5EF4-FFF2-40B4-BE49-F238E27FC236}">
                    <a16:creationId xmlns:a16="http://schemas.microsoft.com/office/drawing/2014/main" id="{57609A66-32D2-4EF0-9DCE-A2537AB10743}"/>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03B13ECD-F2C1-43A7-927A-ECAF48CE60B9}"/>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3B1D26A5-414D-4F83-8062-FFF3667BEF3A}"/>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a:extLst>
                  <a:ext uri="{FF2B5EF4-FFF2-40B4-BE49-F238E27FC236}">
                    <a16:creationId xmlns:a16="http://schemas.microsoft.com/office/drawing/2014/main" id="{91A00627-C25C-45AE-A80B-92DC6298D9A3}"/>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68" name="TextBox 167">
            <a:extLst>
              <a:ext uri="{FF2B5EF4-FFF2-40B4-BE49-F238E27FC236}">
                <a16:creationId xmlns:a16="http://schemas.microsoft.com/office/drawing/2014/main" id="{A12141E3-F0E6-459C-8E65-E7AB4EF76C3D}"/>
              </a:ext>
            </a:extLst>
          </p:cNvPr>
          <p:cNvSpPr txBox="1"/>
          <p:nvPr/>
        </p:nvSpPr>
        <p:spPr>
          <a:xfrm>
            <a:off x="1663336" y="453120"/>
            <a:ext cx="9004664" cy="523220"/>
          </a:xfrm>
          <a:prstGeom prst="rect">
            <a:avLst/>
          </a:prstGeom>
          <a:noFill/>
        </p:spPr>
        <p:txBody>
          <a:bodyPr wrap="square">
            <a:spAutoFit/>
          </a:bodyPr>
          <a:lstStyle/>
          <a:p>
            <a:pPr algn="ctr"/>
            <a:r>
              <a:rPr lang="en-US" sz="2800" dirty="0">
                <a:solidFill>
                  <a:srgbClr val="FFFFFF"/>
                </a:solidFill>
                <a:effectLst/>
                <a:latin typeface="Tahoma" panose="020B0604030504040204" pitchFamily="34" charset="0"/>
                <a:ea typeface="Tahoma" panose="020B0604030504040204" pitchFamily="34" charset="0"/>
              </a:rPr>
              <a:t>Insights: Revenue by Paper Type</a:t>
            </a:r>
            <a:endParaRPr lang="en-US" sz="2800" dirty="0"/>
          </a:p>
        </p:txBody>
      </p:sp>
      <p:cxnSp>
        <p:nvCxnSpPr>
          <p:cNvPr id="169" name="Straight Connector 168">
            <a:extLst>
              <a:ext uri="{FF2B5EF4-FFF2-40B4-BE49-F238E27FC236}">
                <a16:creationId xmlns:a16="http://schemas.microsoft.com/office/drawing/2014/main" id="{DA9345A3-EF31-48A1-AC43-EA5C3A14F3B4}"/>
              </a:ext>
            </a:extLst>
          </p:cNvPr>
          <p:cNvCxnSpPr>
            <a:cxnSpLocks/>
          </p:cNvCxnSpPr>
          <p:nvPr/>
        </p:nvCxnSpPr>
        <p:spPr>
          <a:xfrm>
            <a:off x="933720" y="1123406"/>
            <a:ext cx="1063107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13" name="Picture 12">
            <a:extLst>
              <a:ext uri="{FF2B5EF4-FFF2-40B4-BE49-F238E27FC236}">
                <a16:creationId xmlns:a16="http://schemas.microsoft.com/office/drawing/2014/main" id="{4387A0D0-1C43-4615-8C47-0EDA79BCC970}"/>
              </a:ext>
            </a:extLst>
          </p:cNvPr>
          <p:cNvPicPr>
            <a:picLocks noChangeAspect="1"/>
          </p:cNvPicPr>
          <p:nvPr/>
        </p:nvPicPr>
        <p:blipFill>
          <a:blip r:embed="rId5"/>
          <a:stretch>
            <a:fillRect/>
          </a:stretch>
        </p:blipFill>
        <p:spPr>
          <a:xfrm>
            <a:off x="5097479" y="1790175"/>
            <a:ext cx="7003750" cy="4557286"/>
          </a:xfrm>
          <a:prstGeom prst="rect">
            <a:avLst/>
          </a:prstGeom>
        </p:spPr>
      </p:pic>
      <p:sp>
        <p:nvSpPr>
          <p:cNvPr id="170" name="TextBox 169">
            <a:extLst>
              <a:ext uri="{FF2B5EF4-FFF2-40B4-BE49-F238E27FC236}">
                <a16:creationId xmlns:a16="http://schemas.microsoft.com/office/drawing/2014/main" id="{931296C1-E348-4E55-92C2-AA11D9F000F9}"/>
              </a:ext>
            </a:extLst>
          </p:cNvPr>
          <p:cNvSpPr txBox="1"/>
          <p:nvPr/>
        </p:nvSpPr>
        <p:spPr>
          <a:xfrm>
            <a:off x="2135494" y="2713262"/>
            <a:ext cx="2769056" cy="2637838"/>
          </a:xfrm>
          <a:prstGeom prst="rect">
            <a:avLst/>
          </a:prstGeom>
          <a:noFill/>
        </p:spPr>
        <p:txBody>
          <a:bodyPr wrap="square">
            <a:spAutoFit/>
          </a:bodyPr>
          <a:lstStyle/>
          <a:p>
            <a:pPr>
              <a:lnSpc>
                <a:spcPct val="150000"/>
              </a:lnSpc>
            </a:pPr>
            <a:r>
              <a:rPr lang="en-US" sz="1600" b="0" i="0" dirty="0">
                <a:solidFill>
                  <a:srgbClr val="F0F6FC"/>
                </a:solidFill>
                <a:effectLst/>
                <a:latin typeface="-apple-system"/>
              </a:rPr>
              <a:t>Standard Paper Product Type contributes the largest percentage of the Tota</a:t>
            </a:r>
            <a:r>
              <a:rPr lang="en-US" sz="1600" dirty="0">
                <a:solidFill>
                  <a:srgbClr val="F0F6FC"/>
                </a:solidFill>
                <a:latin typeface="-apple-system"/>
              </a:rPr>
              <a:t>l Revenue with $9.67M at 41.8%, while Poster Paper contributes the least amongst the three Paper Types.</a:t>
            </a:r>
            <a:endParaRPr lang="en-US" sz="1600" b="1" i="1" dirty="0"/>
          </a:p>
        </p:txBody>
      </p:sp>
      <p:pic>
        <p:nvPicPr>
          <p:cNvPr id="172" name="Image 8">
            <a:extLst>
              <a:ext uri="{FF2B5EF4-FFF2-40B4-BE49-F238E27FC236}">
                <a16:creationId xmlns:a16="http://schemas.microsoft.com/office/drawing/2014/main" id="{3F9C3C21-7494-4E60-B368-F9C38C8BF9C4}"/>
              </a:ext>
            </a:extLst>
          </p:cNvPr>
          <p:cNvPicPr/>
          <p:nvPr/>
        </p:nvPicPr>
        <p:blipFill>
          <a:blip r:embed="rId6" cstate="print"/>
          <a:stretch>
            <a:fillRect/>
          </a:stretch>
        </p:blipFill>
        <p:spPr>
          <a:xfrm>
            <a:off x="50606" y="125218"/>
            <a:ext cx="1189990" cy="380365"/>
          </a:xfrm>
          <a:prstGeom prst="rect">
            <a:avLst/>
          </a:prstGeom>
        </p:spPr>
      </p:pic>
    </p:spTree>
    <p:extLst>
      <p:ext uri="{BB962C8B-B14F-4D97-AF65-F5344CB8AC3E}">
        <p14:creationId xmlns:p14="http://schemas.microsoft.com/office/powerpoint/2010/main" val="2612186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42F45E7-7E3D-4589-9049-07B218C059A3}"/>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t="6117" b="9177"/>
          <a:stretch/>
        </p:blipFill>
        <p:spPr>
          <a:xfrm>
            <a:off x="0" y="0"/>
            <a:ext cx="12192000" cy="6858000"/>
          </a:xfrm>
          <a:prstGeom prst="rect">
            <a:avLst/>
          </a:prstGeom>
        </p:spPr>
      </p:pic>
      <p:sp>
        <p:nvSpPr>
          <p:cNvPr id="3" name="Rectangle 2">
            <a:extLst>
              <a:ext uri="{FF2B5EF4-FFF2-40B4-BE49-F238E27FC236}">
                <a16:creationId xmlns:a16="http://schemas.microsoft.com/office/drawing/2014/main" id="{16C990B1-4642-4784-8516-7A2BDEC39513}"/>
              </a:ext>
            </a:extLst>
          </p:cNvPr>
          <p:cNvSpPr/>
          <p:nvPr/>
        </p:nvSpPr>
        <p:spPr>
          <a:xfrm>
            <a:off x="0" y="0"/>
            <a:ext cx="12192000" cy="6858000"/>
          </a:xfrm>
          <a:prstGeom prst="rect">
            <a:avLst/>
          </a:prstGeom>
          <a:gradFill flip="none" rotWithShape="1">
            <a:gsLst>
              <a:gs pos="0">
                <a:schemeClr val="tx1">
                  <a:alpha val="95000"/>
                </a:schemeClr>
              </a:gs>
              <a:gs pos="100000">
                <a:schemeClr val="tx1">
                  <a:alpha val="95000"/>
                </a:schemeClr>
              </a:gs>
              <a:gs pos="49000">
                <a:schemeClr val="tx1">
                  <a:alpha val="80000"/>
                </a:schemeClr>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D559B658-F1DD-4235-A315-5FA31630973F}"/>
              </a:ext>
            </a:extLst>
          </p:cNvPr>
          <p:cNvSpPr/>
          <p:nvPr/>
        </p:nvSpPr>
        <p:spPr>
          <a:xfrm>
            <a:off x="8648700" y="5524500"/>
            <a:ext cx="3543300" cy="1047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41F1DEF-32DD-40D0-B63D-396863A5080A}"/>
              </a:ext>
            </a:extLst>
          </p:cNvPr>
          <p:cNvSpPr/>
          <p:nvPr/>
        </p:nvSpPr>
        <p:spPr>
          <a:xfrm>
            <a:off x="8243586" y="5723090"/>
            <a:ext cx="3543300" cy="650570"/>
          </a:xfrm>
          <a:prstGeom prst="rect">
            <a:avLst/>
          </a:prstGeom>
          <a:pattFill prst="dkDnDiag">
            <a:fgClr>
              <a:schemeClr val="accent6"/>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B5DE0E6C-D4E2-46CE-95B9-CFEF563B5642}"/>
              </a:ext>
            </a:extLst>
          </p:cNvPr>
          <p:cNvSpPr/>
          <p:nvPr/>
        </p:nvSpPr>
        <p:spPr>
          <a:xfrm>
            <a:off x="-1536702" y="-1549402"/>
            <a:ext cx="3829958" cy="3829958"/>
          </a:xfrm>
          <a:custGeom>
            <a:avLst/>
            <a:gdLst>
              <a:gd name="connsiteX0" fmla="*/ 1914979 w 3829958"/>
              <a:gd name="connsiteY0" fmla="*/ 0 h 3829958"/>
              <a:gd name="connsiteX1" fmla="*/ 3829958 w 3829958"/>
              <a:gd name="connsiteY1" fmla="*/ 1914979 h 3829958"/>
              <a:gd name="connsiteX2" fmla="*/ 3743864 w 3829958"/>
              <a:gd name="connsiteY2" fmla="*/ 2484435 h 3829958"/>
              <a:gd name="connsiteX3" fmla="*/ 3736535 w 3829958"/>
              <a:gd name="connsiteY3" fmla="*/ 2504461 h 3829958"/>
              <a:gd name="connsiteX4" fmla="*/ 3691901 w 3829958"/>
              <a:gd name="connsiteY4" fmla="*/ 2490606 h 3829958"/>
              <a:gd name="connsiteX5" fmla="*/ 3555553 w 3829958"/>
              <a:gd name="connsiteY5" fmla="*/ 2476861 h 3829958"/>
              <a:gd name="connsiteX6" fmla="*/ 2879005 w 3829958"/>
              <a:gd name="connsiteY6" fmla="*/ 3153409 h 3829958"/>
              <a:gd name="connsiteX7" fmla="*/ 2932172 w 3829958"/>
              <a:gd name="connsiteY7" fmla="*/ 3416752 h 3829958"/>
              <a:gd name="connsiteX8" fmla="*/ 2980604 w 3829958"/>
              <a:gd name="connsiteY8" fmla="*/ 3505983 h 3829958"/>
              <a:gd name="connsiteX9" fmla="*/ 2827772 w 3829958"/>
              <a:gd name="connsiteY9" fmla="*/ 3598830 h 3829958"/>
              <a:gd name="connsiteX10" fmla="*/ 1914979 w 3829958"/>
              <a:gd name="connsiteY10" fmla="*/ 3829958 h 3829958"/>
              <a:gd name="connsiteX11" fmla="*/ 0 w 3829958"/>
              <a:gd name="connsiteY11" fmla="*/ 1914979 h 3829958"/>
              <a:gd name="connsiteX12" fmla="*/ 1914979 w 3829958"/>
              <a:gd name="connsiteY12" fmla="*/ 0 h 3829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29958" h="3829958">
                <a:moveTo>
                  <a:pt x="1914979" y="0"/>
                </a:moveTo>
                <a:cubicBezTo>
                  <a:pt x="2972593" y="0"/>
                  <a:pt x="3829958" y="857365"/>
                  <a:pt x="3829958" y="1914979"/>
                </a:cubicBezTo>
                <a:cubicBezTo>
                  <a:pt x="3829958" y="2113282"/>
                  <a:pt x="3799816" y="2304544"/>
                  <a:pt x="3743864" y="2484435"/>
                </a:cubicBezTo>
                <a:lnTo>
                  <a:pt x="3736535" y="2504461"/>
                </a:lnTo>
                <a:lnTo>
                  <a:pt x="3691901" y="2490606"/>
                </a:lnTo>
                <a:cubicBezTo>
                  <a:pt x="3647859" y="2481594"/>
                  <a:pt x="3602259" y="2476861"/>
                  <a:pt x="3555553" y="2476861"/>
                </a:cubicBezTo>
                <a:cubicBezTo>
                  <a:pt x="3181906" y="2476861"/>
                  <a:pt x="2879005" y="2779762"/>
                  <a:pt x="2879005" y="3153409"/>
                </a:cubicBezTo>
                <a:cubicBezTo>
                  <a:pt x="2879005" y="3246821"/>
                  <a:pt x="2897936" y="3335811"/>
                  <a:pt x="2932172" y="3416752"/>
                </a:cubicBezTo>
                <a:lnTo>
                  <a:pt x="2980604" y="3505983"/>
                </a:lnTo>
                <a:lnTo>
                  <a:pt x="2827772" y="3598830"/>
                </a:lnTo>
                <a:cubicBezTo>
                  <a:pt x="2556432" y="3746231"/>
                  <a:pt x="2245483" y="3829958"/>
                  <a:pt x="1914979" y="3829958"/>
                </a:cubicBezTo>
                <a:cubicBezTo>
                  <a:pt x="857365" y="3829958"/>
                  <a:pt x="0" y="2972593"/>
                  <a:pt x="0" y="1914979"/>
                </a:cubicBezTo>
                <a:cubicBezTo>
                  <a:pt x="0" y="857365"/>
                  <a:pt x="857365" y="0"/>
                  <a:pt x="1914979" y="0"/>
                </a:cubicBezTo>
                <a:close/>
              </a:path>
            </a:pathLst>
          </a:custGeom>
          <a:pattFill prst="dkUp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Oval 6">
            <a:extLst>
              <a:ext uri="{FF2B5EF4-FFF2-40B4-BE49-F238E27FC236}">
                <a16:creationId xmlns:a16="http://schemas.microsoft.com/office/drawing/2014/main" id="{B3693BA1-2B08-47EB-AEAD-0DFA8395B271}"/>
              </a:ext>
            </a:extLst>
          </p:cNvPr>
          <p:cNvSpPr/>
          <p:nvPr/>
        </p:nvSpPr>
        <p:spPr>
          <a:xfrm>
            <a:off x="-1938848" y="-1951547"/>
            <a:ext cx="4634248" cy="4634248"/>
          </a:xfrm>
          <a:prstGeom prst="ellipse">
            <a:avLst/>
          </a:prstGeom>
          <a:noFill/>
          <a:ln w="19050">
            <a:solidFill>
              <a:schemeClr val="accent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B622297-A54D-4617-9EBC-CF6D576C5224}"/>
              </a:ext>
            </a:extLst>
          </p:cNvPr>
          <p:cNvSpPr/>
          <p:nvPr/>
        </p:nvSpPr>
        <p:spPr>
          <a:xfrm>
            <a:off x="1556761" y="1141917"/>
            <a:ext cx="924183" cy="92418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80318C4-BCDD-4311-A18F-9265B87A270B}"/>
              </a:ext>
            </a:extLst>
          </p:cNvPr>
          <p:cNvSpPr/>
          <p:nvPr/>
        </p:nvSpPr>
        <p:spPr>
          <a:xfrm rot="10800000">
            <a:off x="8445500" y="5617650"/>
            <a:ext cx="1041400" cy="2108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F698AE66-5967-4786-9D8F-1A725F6FC702}"/>
              </a:ext>
            </a:extLst>
          </p:cNvPr>
          <p:cNvGrpSpPr/>
          <p:nvPr/>
        </p:nvGrpSpPr>
        <p:grpSpPr>
          <a:xfrm>
            <a:off x="10420350" y="285750"/>
            <a:ext cx="804758" cy="144689"/>
            <a:chOff x="4455886" y="479425"/>
            <a:chExt cx="804758" cy="144689"/>
          </a:xfrm>
        </p:grpSpPr>
        <p:cxnSp>
          <p:nvCxnSpPr>
            <p:cNvPr id="15" name="Straight Connector 14">
              <a:extLst>
                <a:ext uri="{FF2B5EF4-FFF2-40B4-BE49-F238E27FC236}">
                  <a16:creationId xmlns:a16="http://schemas.microsoft.com/office/drawing/2014/main" id="{8F1A76E1-D6D8-4852-85B9-7FDD5ABBF3BB}"/>
                </a:ext>
              </a:extLst>
            </p:cNvPr>
            <p:cNvCxnSpPr>
              <a:cxnSpLocks/>
            </p:cNvCxnSpPr>
            <p:nvPr/>
          </p:nvCxnSpPr>
          <p:spPr>
            <a:xfrm flipH="1">
              <a:off x="445588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47E7E72-EC7D-477B-8049-BBFC86FEFF13}"/>
                </a:ext>
              </a:extLst>
            </p:cNvPr>
            <p:cNvCxnSpPr>
              <a:cxnSpLocks/>
            </p:cNvCxnSpPr>
            <p:nvPr/>
          </p:nvCxnSpPr>
          <p:spPr>
            <a:xfrm flipH="1">
              <a:off x="460384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BAB7941-03C6-4F12-9E04-9077539D8580}"/>
                </a:ext>
              </a:extLst>
            </p:cNvPr>
            <p:cNvCxnSpPr>
              <a:cxnSpLocks/>
            </p:cNvCxnSpPr>
            <p:nvPr/>
          </p:nvCxnSpPr>
          <p:spPr>
            <a:xfrm flipH="1">
              <a:off x="475179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49FD28-7095-45B9-A159-1411E0D082CF}"/>
                </a:ext>
              </a:extLst>
            </p:cNvPr>
            <p:cNvCxnSpPr>
              <a:cxnSpLocks/>
            </p:cNvCxnSpPr>
            <p:nvPr/>
          </p:nvCxnSpPr>
          <p:spPr>
            <a:xfrm flipH="1">
              <a:off x="489975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94CE044-D8F7-478D-AC0F-4B7B7EC81420}"/>
                </a:ext>
              </a:extLst>
            </p:cNvPr>
            <p:cNvCxnSpPr>
              <a:cxnSpLocks/>
            </p:cNvCxnSpPr>
            <p:nvPr/>
          </p:nvCxnSpPr>
          <p:spPr>
            <a:xfrm flipH="1">
              <a:off x="504770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4DFADAC-57F4-4EB2-9CF7-1020DEA1EB0C}"/>
                </a:ext>
              </a:extLst>
            </p:cNvPr>
            <p:cNvCxnSpPr>
              <a:cxnSpLocks/>
            </p:cNvCxnSpPr>
            <p:nvPr/>
          </p:nvCxnSpPr>
          <p:spPr>
            <a:xfrm flipH="1">
              <a:off x="519566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24" name="Straight Connector 23">
            <a:extLst>
              <a:ext uri="{FF2B5EF4-FFF2-40B4-BE49-F238E27FC236}">
                <a16:creationId xmlns:a16="http://schemas.microsoft.com/office/drawing/2014/main" id="{B0A8832C-24F7-4903-86A4-6AE9F1C8E555}"/>
              </a:ext>
            </a:extLst>
          </p:cNvPr>
          <p:cNvCxnSpPr>
            <a:cxnSpLocks/>
          </p:cNvCxnSpPr>
          <p:nvPr/>
        </p:nvCxnSpPr>
        <p:spPr>
          <a:xfrm flipH="1">
            <a:off x="11201400" y="358094"/>
            <a:ext cx="981075"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C96E1AB-AAFA-4C31-A014-04B75B16B1D9}"/>
              </a:ext>
            </a:extLst>
          </p:cNvPr>
          <p:cNvCxnSpPr>
            <a:cxnSpLocks/>
          </p:cNvCxnSpPr>
          <p:nvPr/>
        </p:nvCxnSpPr>
        <p:spPr>
          <a:xfrm>
            <a:off x="895816" y="2627086"/>
            <a:ext cx="0" cy="4211864"/>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D8E0974-BC24-4BA5-97A3-EC9ED8F4A343}"/>
              </a:ext>
            </a:extLst>
          </p:cNvPr>
          <p:cNvCxnSpPr>
            <a:cxnSpLocks/>
          </p:cNvCxnSpPr>
          <p:nvPr/>
        </p:nvCxnSpPr>
        <p:spPr>
          <a:xfrm>
            <a:off x="529166" y="4838700"/>
            <a:ext cx="0" cy="200025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C026667-799F-4EB6-B96F-4D9051F3C6F9}"/>
              </a:ext>
            </a:extLst>
          </p:cNvPr>
          <p:cNvCxnSpPr>
            <a:cxnSpLocks/>
          </p:cNvCxnSpPr>
          <p:nvPr/>
        </p:nvCxnSpPr>
        <p:spPr>
          <a:xfrm>
            <a:off x="232283" y="6248400"/>
            <a:ext cx="0" cy="59055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C476F0D7-F33E-4A33-9A25-D15E7B57E91D}"/>
              </a:ext>
            </a:extLst>
          </p:cNvPr>
          <p:cNvGrpSpPr/>
          <p:nvPr/>
        </p:nvGrpSpPr>
        <p:grpSpPr>
          <a:xfrm>
            <a:off x="2563916" y="358094"/>
            <a:ext cx="1729654" cy="848268"/>
            <a:chOff x="233739" y="283295"/>
            <a:chExt cx="1729654" cy="848268"/>
          </a:xfrm>
          <a:gradFill>
            <a:gsLst>
              <a:gs pos="0">
                <a:schemeClr val="accent3"/>
              </a:gs>
              <a:gs pos="100000">
                <a:schemeClr val="tx1">
                  <a:alpha val="0"/>
                </a:schemeClr>
              </a:gs>
            </a:gsLst>
            <a:lin ang="0" scaled="1"/>
          </a:gradFill>
        </p:grpSpPr>
        <p:grpSp>
          <p:nvGrpSpPr>
            <p:cNvPr id="34" name="Group 33">
              <a:extLst>
                <a:ext uri="{FF2B5EF4-FFF2-40B4-BE49-F238E27FC236}">
                  <a16:creationId xmlns:a16="http://schemas.microsoft.com/office/drawing/2014/main" id="{75D90828-5100-410A-8A8E-4687D38638FA}"/>
                </a:ext>
              </a:extLst>
            </p:cNvPr>
            <p:cNvGrpSpPr/>
            <p:nvPr/>
          </p:nvGrpSpPr>
          <p:grpSpPr>
            <a:xfrm rot="5400000">
              <a:off x="1055270" y="-538236"/>
              <a:ext cx="86591" cy="1729654"/>
              <a:chOff x="85292" y="59892"/>
              <a:chExt cx="86591" cy="1729654"/>
            </a:xfrm>
            <a:grpFill/>
          </p:grpSpPr>
          <p:sp>
            <p:nvSpPr>
              <p:cNvPr id="68" name="Oval 67">
                <a:extLst>
                  <a:ext uri="{FF2B5EF4-FFF2-40B4-BE49-F238E27FC236}">
                    <a16:creationId xmlns:a16="http://schemas.microsoft.com/office/drawing/2014/main" id="{81DCCFD7-E0A5-47AD-986F-4F362EFA64B4}"/>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CFB457A8-22BF-445D-8BE4-A5F0B8F28315}"/>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F9CE3CC5-6A7F-4EDF-98E8-87C0423E576A}"/>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BC7124F4-4C3D-4E37-BAE9-9EDED01A0EA0}"/>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D535BD03-2F0C-4000-88DC-929BE058361D}"/>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E3252F64-CB94-446A-9777-533DA0DFB361}"/>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EBA391DC-019F-4A84-880F-EE19B975D245}"/>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B1664578-5E45-4F3B-87FF-5CACEC9B8DFA}"/>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E03CCC18-FFEA-4FB8-9EFD-6C14B821CC83}"/>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69A5247D-C922-46D3-8D5E-C5BA40B504A7}"/>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2163A3C6-F6A5-4A7C-9540-CE170FFD1C11}"/>
                </a:ext>
              </a:extLst>
            </p:cNvPr>
            <p:cNvGrpSpPr/>
            <p:nvPr/>
          </p:nvGrpSpPr>
          <p:grpSpPr>
            <a:xfrm rot="5400000">
              <a:off x="1055270" y="-284344"/>
              <a:ext cx="86591" cy="1729654"/>
              <a:chOff x="85292" y="59892"/>
              <a:chExt cx="86591" cy="1729654"/>
            </a:xfrm>
            <a:grpFill/>
          </p:grpSpPr>
          <p:sp>
            <p:nvSpPr>
              <p:cNvPr id="58" name="Oval 57">
                <a:extLst>
                  <a:ext uri="{FF2B5EF4-FFF2-40B4-BE49-F238E27FC236}">
                    <a16:creationId xmlns:a16="http://schemas.microsoft.com/office/drawing/2014/main" id="{A38A5E62-0408-4617-838D-0C50A772158D}"/>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6D471D9B-B1A8-4A13-B904-D1F99AE2A052}"/>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59015498-9B56-4E63-A85E-C9F3BC12C5F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072DCEF1-0785-4B65-AE1F-56F85C2FF31B}"/>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FF75C609-B566-4B1B-9ADD-14310F3129D9}"/>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3EB0BFA9-3F87-437F-A039-56CC41037663}"/>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976DEC39-9D0A-44FB-9A62-C28F18F749C5}"/>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670AA069-8264-4C03-B5A9-69BC6E2AFA16}"/>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DEB57F6E-1D9B-4351-8C01-E6CF70C574FE}"/>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4DC638D5-8901-4644-ABD5-35D803D1D606}"/>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E0884EA3-8932-4332-B434-E341678CD491}"/>
                </a:ext>
              </a:extLst>
            </p:cNvPr>
            <p:cNvGrpSpPr/>
            <p:nvPr/>
          </p:nvGrpSpPr>
          <p:grpSpPr>
            <a:xfrm rot="5400000">
              <a:off x="1055270" y="-30452"/>
              <a:ext cx="86591" cy="1729654"/>
              <a:chOff x="85292" y="59892"/>
              <a:chExt cx="86591" cy="1729654"/>
            </a:xfrm>
            <a:grpFill/>
          </p:grpSpPr>
          <p:sp>
            <p:nvSpPr>
              <p:cNvPr id="48" name="Oval 47">
                <a:extLst>
                  <a:ext uri="{FF2B5EF4-FFF2-40B4-BE49-F238E27FC236}">
                    <a16:creationId xmlns:a16="http://schemas.microsoft.com/office/drawing/2014/main" id="{5F088E95-F67A-4E2A-96CD-096E878B2397}"/>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BF7EA06-3AB5-4176-BCF5-EA49597E187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0303BAB0-F36E-4FFC-8AC9-E888B036E05B}"/>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BDCEEE51-8A01-450A-BBB6-2EE82FAD25C7}"/>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AF7E0978-36BC-4FFC-BC62-78004EC6545F}"/>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26E88A2D-E06A-4B31-897A-F29D5BCA6059}"/>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CABE59FC-4023-4E7D-8847-A16CB70E1FF1}"/>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CC430C89-D3C1-4F61-A6C8-16EF64470952}"/>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54358A37-A5A9-4A84-B2DD-B5FB8BE394EA}"/>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E11FDEA4-5CF8-46B6-B19D-5C4AE81BF77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D4429CDA-BCA9-4826-A6E2-7306FC4012FB}"/>
                </a:ext>
              </a:extLst>
            </p:cNvPr>
            <p:cNvGrpSpPr/>
            <p:nvPr/>
          </p:nvGrpSpPr>
          <p:grpSpPr>
            <a:xfrm rot="5400000">
              <a:off x="1055270" y="223441"/>
              <a:ext cx="86591" cy="1729654"/>
              <a:chOff x="85292" y="59892"/>
              <a:chExt cx="86591" cy="1729654"/>
            </a:xfrm>
            <a:grpFill/>
          </p:grpSpPr>
          <p:sp>
            <p:nvSpPr>
              <p:cNvPr id="38" name="Oval 37">
                <a:extLst>
                  <a:ext uri="{FF2B5EF4-FFF2-40B4-BE49-F238E27FC236}">
                    <a16:creationId xmlns:a16="http://schemas.microsoft.com/office/drawing/2014/main" id="{E4547F50-1583-4489-88DA-074C4B15BE50}"/>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6D963E37-01FA-483F-97B8-283894A51733}"/>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FB26921C-9545-4AC1-A39D-97CC01AA7DED}"/>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C7F50F07-F94F-4240-B23B-19737864FC3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63E80846-CB79-4D2B-89D5-4FE39182BD64}"/>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37088A44-5D33-4105-8791-905E8F2ED162}"/>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4309E6E7-66E4-43A5-AF5B-98CCB5A6D217}"/>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50032B6A-F2E9-4056-9271-31D8BF23E443}"/>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F62B9C11-1F77-44B5-899A-12FC9D4A3236}"/>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AA822719-F362-49F2-BF1A-E07F246EFBDF}"/>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8" name="Group 77">
            <a:extLst>
              <a:ext uri="{FF2B5EF4-FFF2-40B4-BE49-F238E27FC236}">
                <a16:creationId xmlns:a16="http://schemas.microsoft.com/office/drawing/2014/main" id="{C13D135F-54DE-4187-AC61-D78180B82C45}"/>
              </a:ext>
            </a:extLst>
          </p:cNvPr>
          <p:cNvGrpSpPr/>
          <p:nvPr/>
        </p:nvGrpSpPr>
        <p:grpSpPr>
          <a:xfrm>
            <a:off x="10260116" y="5025344"/>
            <a:ext cx="1729654" cy="848268"/>
            <a:chOff x="233739" y="283295"/>
            <a:chExt cx="1729654" cy="848268"/>
          </a:xfrm>
          <a:gradFill>
            <a:gsLst>
              <a:gs pos="0">
                <a:schemeClr val="accent3"/>
              </a:gs>
              <a:gs pos="100000">
                <a:schemeClr val="tx1">
                  <a:alpha val="0"/>
                </a:schemeClr>
              </a:gs>
            </a:gsLst>
            <a:lin ang="0" scaled="1"/>
          </a:gradFill>
        </p:grpSpPr>
        <p:grpSp>
          <p:nvGrpSpPr>
            <p:cNvPr id="79" name="Group 78">
              <a:extLst>
                <a:ext uri="{FF2B5EF4-FFF2-40B4-BE49-F238E27FC236}">
                  <a16:creationId xmlns:a16="http://schemas.microsoft.com/office/drawing/2014/main" id="{C8596B4A-332B-4DF9-964B-58055561AB9D}"/>
                </a:ext>
              </a:extLst>
            </p:cNvPr>
            <p:cNvGrpSpPr/>
            <p:nvPr/>
          </p:nvGrpSpPr>
          <p:grpSpPr>
            <a:xfrm rot="5400000">
              <a:off x="1055270" y="-538236"/>
              <a:ext cx="86591" cy="1729654"/>
              <a:chOff x="85292" y="59892"/>
              <a:chExt cx="86591" cy="1729654"/>
            </a:xfrm>
            <a:grpFill/>
          </p:grpSpPr>
          <p:sp>
            <p:nvSpPr>
              <p:cNvPr id="113" name="Oval 112">
                <a:extLst>
                  <a:ext uri="{FF2B5EF4-FFF2-40B4-BE49-F238E27FC236}">
                    <a16:creationId xmlns:a16="http://schemas.microsoft.com/office/drawing/2014/main" id="{7089744E-FA18-468B-AAB3-5708BA336F44}"/>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0D9E6EAE-84CC-44BE-8470-02AF07EFE40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a:extLst>
                  <a:ext uri="{FF2B5EF4-FFF2-40B4-BE49-F238E27FC236}">
                    <a16:creationId xmlns:a16="http://schemas.microsoft.com/office/drawing/2014/main" id="{6A9A00CF-96C1-4049-BA32-48C7F14190C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1B205536-8343-4753-8C3C-6EBAD27CB025}"/>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FFE1934F-0BA2-4B7F-8C40-2B8A30E23D43}"/>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39D6ECF3-87B6-456E-A872-B472FC3E78EA}"/>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B070C7AC-0E68-48F9-B7A5-C39C9370F9ED}"/>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CE8DDDFF-8040-4BEA-AE98-38E72EAFA225}"/>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F37BA6A8-B41B-44F7-80B9-DDC6DBBD46FF}"/>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E055EE7C-F064-42A2-8872-9B6A1FE5B1C4}"/>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0" name="Group 79">
              <a:extLst>
                <a:ext uri="{FF2B5EF4-FFF2-40B4-BE49-F238E27FC236}">
                  <a16:creationId xmlns:a16="http://schemas.microsoft.com/office/drawing/2014/main" id="{EECCF488-A5E3-4BA6-9C2A-9D42966EC4C7}"/>
                </a:ext>
              </a:extLst>
            </p:cNvPr>
            <p:cNvGrpSpPr/>
            <p:nvPr/>
          </p:nvGrpSpPr>
          <p:grpSpPr>
            <a:xfrm rot="5400000">
              <a:off x="1055270" y="-284344"/>
              <a:ext cx="86591" cy="1729654"/>
              <a:chOff x="85292" y="59892"/>
              <a:chExt cx="86591" cy="1729654"/>
            </a:xfrm>
            <a:grpFill/>
          </p:grpSpPr>
          <p:sp>
            <p:nvSpPr>
              <p:cNvPr id="103" name="Oval 102">
                <a:extLst>
                  <a:ext uri="{FF2B5EF4-FFF2-40B4-BE49-F238E27FC236}">
                    <a16:creationId xmlns:a16="http://schemas.microsoft.com/office/drawing/2014/main" id="{0E42244A-7AA6-453D-B12B-F427F4D64F0E}"/>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4FBC28B3-941C-4E3B-91C4-DAB4186DCBC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D4E23335-3D76-421A-A455-D3E75C21F314}"/>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831EDD80-EEF3-4CB2-B523-52A7633A6C38}"/>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15C6C3B7-66FB-4502-AA4A-4494C7079A38}"/>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8F610EBE-B34C-4B1C-A526-53B0B548B0C4}"/>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E740292B-3A54-44CB-8030-D451E034C52F}"/>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D4893017-2A88-4489-BD53-8FA9D91043ED}"/>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BD55C28F-69B6-4462-B8D2-EF6487547A8B}"/>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B1AC7914-4D7B-4804-BB25-98795DFBBE7B}"/>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AA18B733-BFB7-4FD4-ABDE-08285BB754DD}"/>
                </a:ext>
              </a:extLst>
            </p:cNvPr>
            <p:cNvGrpSpPr/>
            <p:nvPr/>
          </p:nvGrpSpPr>
          <p:grpSpPr>
            <a:xfrm rot="5400000">
              <a:off x="1055270" y="-30452"/>
              <a:ext cx="86591" cy="1729654"/>
              <a:chOff x="85292" y="59892"/>
              <a:chExt cx="86591" cy="1729654"/>
            </a:xfrm>
            <a:grpFill/>
          </p:grpSpPr>
          <p:sp>
            <p:nvSpPr>
              <p:cNvPr id="93" name="Oval 92">
                <a:extLst>
                  <a:ext uri="{FF2B5EF4-FFF2-40B4-BE49-F238E27FC236}">
                    <a16:creationId xmlns:a16="http://schemas.microsoft.com/office/drawing/2014/main" id="{340D1657-54A1-46F3-B1DC-998063F67812}"/>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C1669A70-1DAC-498F-AB5C-8E8050B209D0}"/>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EF52E370-21DD-4B9E-971A-B72A552BC725}"/>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867B3439-6708-452C-8E7D-7ACC2C83F622}"/>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39A99387-5750-40CA-A2C3-6093B03200A4}"/>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77CD4979-8E37-4A55-BAE6-4702AAA82F15}"/>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72B9F5C5-E9ED-40B1-A850-67D8CF81FB0C}"/>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6DB136E8-23B5-485C-81F9-65B6E3556C2F}"/>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AE5A1B14-04E3-461A-BCA8-4254D4D84005}"/>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05E07A7D-4B74-4882-AB43-BBBB303B9F6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 name="Group 81">
              <a:extLst>
                <a:ext uri="{FF2B5EF4-FFF2-40B4-BE49-F238E27FC236}">
                  <a16:creationId xmlns:a16="http://schemas.microsoft.com/office/drawing/2014/main" id="{CE0EC56B-FD84-4BEA-B1F3-0B181EB8211E}"/>
                </a:ext>
              </a:extLst>
            </p:cNvPr>
            <p:cNvGrpSpPr/>
            <p:nvPr/>
          </p:nvGrpSpPr>
          <p:grpSpPr>
            <a:xfrm rot="5400000">
              <a:off x="1055270" y="223441"/>
              <a:ext cx="86591" cy="1729654"/>
              <a:chOff x="85292" y="59892"/>
              <a:chExt cx="86591" cy="1729654"/>
            </a:xfrm>
            <a:grpFill/>
          </p:grpSpPr>
          <p:sp>
            <p:nvSpPr>
              <p:cNvPr id="83" name="Oval 82">
                <a:extLst>
                  <a:ext uri="{FF2B5EF4-FFF2-40B4-BE49-F238E27FC236}">
                    <a16:creationId xmlns:a16="http://schemas.microsoft.com/office/drawing/2014/main" id="{35F804F5-26BA-436E-B40B-B30E284EC6EA}"/>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3E4AA924-361E-4477-93B5-5CBF68B0B88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8D5CCCF6-FB7D-4579-B0D9-891F9F500D4B}"/>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A9F21A39-8D85-4650-AD05-75689CDA9D7F}"/>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FCD21955-8A08-4D03-B59A-9C03F93E8CFD}"/>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6F1A9CEA-3ECE-48BC-9EB9-0642C7DC2977}"/>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04CE57BE-8602-41CB-8971-5D7E9BA4F21C}"/>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723CD544-17A7-4A26-8C21-949FF32C455C}"/>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C016A52F-5E0B-46A6-9565-F264E4E4662C}"/>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5C314357-2C06-4593-A9EE-822A1DE6D77B}"/>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3" name="Group 122">
            <a:extLst>
              <a:ext uri="{FF2B5EF4-FFF2-40B4-BE49-F238E27FC236}">
                <a16:creationId xmlns:a16="http://schemas.microsoft.com/office/drawing/2014/main" id="{F184C3A3-073C-4EF4-ADD6-2254197028A5}"/>
              </a:ext>
            </a:extLst>
          </p:cNvPr>
          <p:cNvGrpSpPr/>
          <p:nvPr/>
        </p:nvGrpSpPr>
        <p:grpSpPr>
          <a:xfrm rot="16200000">
            <a:off x="-23244" y="5404397"/>
            <a:ext cx="1729654" cy="848268"/>
            <a:chOff x="233739" y="283295"/>
            <a:chExt cx="1729654" cy="848268"/>
          </a:xfrm>
          <a:gradFill>
            <a:gsLst>
              <a:gs pos="0">
                <a:schemeClr val="accent3"/>
              </a:gs>
              <a:gs pos="100000">
                <a:schemeClr val="tx1">
                  <a:alpha val="0"/>
                </a:schemeClr>
              </a:gs>
            </a:gsLst>
            <a:lin ang="0" scaled="1"/>
          </a:gradFill>
        </p:grpSpPr>
        <p:grpSp>
          <p:nvGrpSpPr>
            <p:cNvPr id="124" name="Group 123">
              <a:extLst>
                <a:ext uri="{FF2B5EF4-FFF2-40B4-BE49-F238E27FC236}">
                  <a16:creationId xmlns:a16="http://schemas.microsoft.com/office/drawing/2014/main" id="{2F1BCD85-0C1D-4C81-A1CF-64000091D4E6}"/>
                </a:ext>
              </a:extLst>
            </p:cNvPr>
            <p:cNvGrpSpPr/>
            <p:nvPr/>
          </p:nvGrpSpPr>
          <p:grpSpPr>
            <a:xfrm rot="5400000">
              <a:off x="1055270" y="-538236"/>
              <a:ext cx="86591" cy="1729654"/>
              <a:chOff x="85292" y="59892"/>
              <a:chExt cx="86591" cy="1729654"/>
            </a:xfrm>
            <a:grpFill/>
          </p:grpSpPr>
          <p:sp>
            <p:nvSpPr>
              <p:cNvPr id="158" name="Oval 157">
                <a:extLst>
                  <a:ext uri="{FF2B5EF4-FFF2-40B4-BE49-F238E27FC236}">
                    <a16:creationId xmlns:a16="http://schemas.microsoft.com/office/drawing/2014/main" id="{FF2373DD-0104-4E61-B137-E791C61E9FB7}"/>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a:extLst>
                  <a:ext uri="{FF2B5EF4-FFF2-40B4-BE49-F238E27FC236}">
                    <a16:creationId xmlns:a16="http://schemas.microsoft.com/office/drawing/2014/main" id="{345AC7EC-89B0-4DAF-ABE1-917D9391A4A7}"/>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a:extLst>
                  <a:ext uri="{FF2B5EF4-FFF2-40B4-BE49-F238E27FC236}">
                    <a16:creationId xmlns:a16="http://schemas.microsoft.com/office/drawing/2014/main" id="{5C8C5AE6-1949-4756-896F-650D73091547}"/>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Oval 160">
                <a:extLst>
                  <a:ext uri="{FF2B5EF4-FFF2-40B4-BE49-F238E27FC236}">
                    <a16:creationId xmlns:a16="http://schemas.microsoft.com/office/drawing/2014/main" id="{7714A075-3639-4519-AA5E-BB8C66AD98C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Oval 161">
                <a:extLst>
                  <a:ext uri="{FF2B5EF4-FFF2-40B4-BE49-F238E27FC236}">
                    <a16:creationId xmlns:a16="http://schemas.microsoft.com/office/drawing/2014/main" id="{C9935CF5-1B4B-4695-AFAC-6D9A16F0C7C8}"/>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a:extLst>
                  <a:ext uri="{FF2B5EF4-FFF2-40B4-BE49-F238E27FC236}">
                    <a16:creationId xmlns:a16="http://schemas.microsoft.com/office/drawing/2014/main" id="{C41A35E7-7A97-4863-9502-5BCECCEF4228}"/>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a:extLst>
                  <a:ext uri="{FF2B5EF4-FFF2-40B4-BE49-F238E27FC236}">
                    <a16:creationId xmlns:a16="http://schemas.microsoft.com/office/drawing/2014/main" id="{11EB2960-154B-454B-877C-5F091670D252}"/>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Oval 164">
                <a:extLst>
                  <a:ext uri="{FF2B5EF4-FFF2-40B4-BE49-F238E27FC236}">
                    <a16:creationId xmlns:a16="http://schemas.microsoft.com/office/drawing/2014/main" id="{0371AF70-5D28-4BBB-9493-087622E0386E}"/>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a:extLst>
                  <a:ext uri="{FF2B5EF4-FFF2-40B4-BE49-F238E27FC236}">
                    <a16:creationId xmlns:a16="http://schemas.microsoft.com/office/drawing/2014/main" id="{D2F1F8DC-F58E-49D4-91E3-85F61E12F3E0}"/>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Oval 166">
                <a:extLst>
                  <a:ext uri="{FF2B5EF4-FFF2-40B4-BE49-F238E27FC236}">
                    <a16:creationId xmlns:a16="http://schemas.microsoft.com/office/drawing/2014/main" id="{4E230B08-640F-4352-84BF-D632E137D54E}"/>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5" name="Group 124">
              <a:extLst>
                <a:ext uri="{FF2B5EF4-FFF2-40B4-BE49-F238E27FC236}">
                  <a16:creationId xmlns:a16="http://schemas.microsoft.com/office/drawing/2014/main" id="{E9D79321-D215-4181-B7B5-6E83D3F90EEA}"/>
                </a:ext>
              </a:extLst>
            </p:cNvPr>
            <p:cNvGrpSpPr/>
            <p:nvPr/>
          </p:nvGrpSpPr>
          <p:grpSpPr>
            <a:xfrm rot="5400000">
              <a:off x="1055270" y="-284344"/>
              <a:ext cx="86591" cy="1729654"/>
              <a:chOff x="85292" y="59892"/>
              <a:chExt cx="86591" cy="1729654"/>
            </a:xfrm>
            <a:grpFill/>
          </p:grpSpPr>
          <p:sp>
            <p:nvSpPr>
              <p:cNvPr id="148" name="Oval 147">
                <a:extLst>
                  <a:ext uri="{FF2B5EF4-FFF2-40B4-BE49-F238E27FC236}">
                    <a16:creationId xmlns:a16="http://schemas.microsoft.com/office/drawing/2014/main" id="{91A2325B-90FB-4B3B-9B3E-5742ED7F6D05}"/>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Oval 148">
                <a:extLst>
                  <a:ext uri="{FF2B5EF4-FFF2-40B4-BE49-F238E27FC236}">
                    <a16:creationId xmlns:a16="http://schemas.microsoft.com/office/drawing/2014/main" id="{9587DC87-5BDA-4D33-9B80-B4CE8E797ADA}"/>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a:extLst>
                  <a:ext uri="{FF2B5EF4-FFF2-40B4-BE49-F238E27FC236}">
                    <a16:creationId xmlns:a16="http://schemas.microsoft.com/office/drawing/2014/main" id="{A7E49CED-B878-4F1D-97FD-F0D5FBA13C9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a:extLst>
                  <a:ext uri="{FF2B5EF4-FFF2-40B4-BE49-F238E27FC236}">
                    <a16:creationId xmlns:a16="http://schemas.microsoft.com/office/drawing/2014/main" id="{E4EB0D13-92C9-4227-85E9-42968549A3A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a:extLst>
                  <a:ext uri="{FF2B5EF4-FFF2-40B4-BE49-F238E27FC236}">
                    <a16:creationId xmlns:a16="http://schemas.microsoft.com/office/drawing/2014/main" id="{456749B0-5674-45E1-B4DB-A3DB15FE37F0}"/>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a:extLst>
                  <a:ext uri="{FF2B5EF4-FFF2-40B4-BE49-F238E27FC236}">
                    <a16:creationId xmlns:a16="http://schemas.microsoft.com/office/drawing/2014/main" id="{1FF90E95-A4E9-4220-9A93-EC0677C0AAC9}"/>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a:extLst>
                  <a:ext uri="{FF2B5EF4-FFF2-40B4-BE49-F238E27FC236}">
                    <a16:creationId xmlns:a16="http://schemas.microsoft.com/office/drawing/2014/main" id="{F1F06578-D017-4B76-ACFF-1DF22AD672DD}"/>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a:extLst>
                  <a:ext uri="{FF2B5EF4-FFF2-40B4-BE49-F238E27FC236}">
                    <a16:creationId xmlns:a16="http://schemas.microsoft.com/office/drawing/2014/main" id="{53111620-21A8-4D82-8F30-BABE40857A58}"/>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28BF1636-A4E1-407A-8D75-7C89541A4B01}"/>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a:extLst>
                  <a:ext uri="{FF2B5EF4-FFF2-40B4-BE49-F238E27FC236}">
                    <a16:creationId xmlns:a16="http://schemas.microsoft.com/office/drawing/2014/main" id="{D69FB0EC-49CB-470C-A688-D8EEF01C0C1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125">
              <a:extLst>
                <a:ext uri="{FF2B5EF4-FFF2-40B4-BE49-F238E27FC236}">
                  <a16:creationId xmlns:a16="http://schemas.microsoft.com/office/drawing/2014/main" id="{E78C7CF2-5B50-4FDE-945B-85F366423944}"/>
                </a:ext>
              </a:extLst>
            </p:cNvPr>
            <p:cNvGrpSpPr/>
            <p:nvPr/>
          </p:nvGrpSpPr>
          <p:grpSpPr>
            <a:xfrm rot="5400000">
              <a:off x="1055270" y="-30452"/>
              <a:ext cx="86591" cy="1729654"/>
              <a:chOff x="85292" y="59892"/>
              <a:chExt cx="86591" cy="1729654"/>
            </a:xfrm>
            <a:grpFill/>
          </p:grpSpPr>
          <p:sp>
            <p:nvSpPr>
              <p:cNvPr id="138" name="Oval 137">
                <a:extLst>
                  <a:ext uri="{FF2B5EF4-FFF2-40B4-BE49-F238E27FC236}">
                    <a16:creationId xmlns:a16="http://schemas.microsoft.com/office/drawing/2014/main" id="{80F752F0-D6D2-4C81-B51E-B41D0A5F370D}"/>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a:extLst>
                  <a:ext uri="{FF2B5EF4-FFF2-40B4-BE49-F238E27FC236}">
                    <a16:creationId xmlns:a16="http://schemas.microsoft.com/office/drawing/2014/main" id="{05721A32-45CF-4DAC-89CF-522A15558B8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a:extLst>
                  <a:ext uri="{FF2B5EF4-FFF2-40B4-BE49-F238E27FC236}">
                    <a16:creationId xmlns:a16="http://schemas.microsoft.com/office/drawing/2014/main" id="{1B15AC74-A498-4469-BE65-01CB7A6F7BE3}"/>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1FE29D41-6A85-4140-9F2D-26A3154F9D35}"/>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a:extLst>
                  <a:ext uri="{FF2B5EF4-FFF2-40B4-BE49-F238E27FC236}">
                    <a16:creationId xmlns:a16="http://schemas.microsoft.com/office/drawing/2014/main" id="{31F04094-164F-48B5-8AF3-79C2D48092E3}"/>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a:extLst>
                  <a:ext uri="{FF2B5EF4-FFF2-40B4-BE49-F238E27FC236}">
                    <a16:creationId xmlns:a16="http://schemas.microsoft.com/office/drawing/2014/main" id="{03C47591-C01F-4A21-A881-B3ADDBB5AF38}"/>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a:extLst>
                  <a:ext uri="{FF2B5EF4-FFF2-40B4-BE49-F238E27FC236}">
                    <a16:creationId xmlns:a16="http://schemas.microsoft.com/office/drawing/2014/main" id="{E0165459-0291-4E9A-B276-F5F43E9583E4}"/>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a:extLst>
                  <a:ext uri="{FF2B5EF4-FFF2-40B4-BE49-F238E27FC236}">
                    <a16:creationId xmlns:a16="http://schemas.microsoft.com/office/drawing/2014/main" id="{F850E9DC-097E-46B7-A242-1810A996BBF2}"/>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FEF33DE2-183A-4301-958F-9E1AD301A007}"/>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Oval 146">
                <a:extLst>
                  <a:ext uri="{FF2B5EF4-FFF2-40B4-BE49-F238E27FC236}">
                    <a16:creationId xmlns:a16="http://schemas.microsoft.com/office/drawing/2014/main" id="{9B6FCC23-E8EA-46D1-B589-AF25D9BFA639}"/>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7" name="Group 126">
              <a:extLst>
                <a:ext uri="{FF2B5EF4-FFF2-40B4-BE49-F238E27FC236}">
                  <a16:creationId xmlns:a16="http://schemas.microsoft.com/office/drawing/2014/main" id="{6E72CABD-5337-4E73-A16D-F3C6D2B7AACC}"/>
                </a:ext>
              </a:extLst>
            </p:cNvPr>
            <p:cNvGrpSpPr/>
            <p:nvPr/>
          </p:nvGrpSpPr>
          <p:grpSpPr>
            <a:xfrm rot="5400000">
              <a:off x="1055270" y="223441"/>
              <a:ext cx="86591" cy="1729654"/>
              <a:chOff x="85292" y="59892"/>
              <a:chExt cx="86591" cy="1729654"/>
            </a:xfrm>
            <a:grpFill/>
          </p:grpSpPr>
          <p:sp>
            <p:nvSpPr>
              <p:cNvPr id="128" name="Oval 127">
                <a:extLst>
                  <a:ext uri="{FF2B5EF4-FFF2-40B4-BE49-F238E27FC236}">
                    <a16:creationId xmlns:a16="http://schemas.microsoft.com/office/drawing/2014/main" id="{136A3317-CB32-4574-B664-CE93E62402DA}"/>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2F1A3F06-65C6-4314-B364-C613F20BC0E3}"/>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405FD8D2-2A72-41DC-97A1-3BBC3BA58C01}"/>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8223FC2C-3E81-479D-BCA9-27A74861B47C}"/>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33ECFB38-EC1C-436B-B1FF-4B3C85260109}"/>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a:extLst>
                  <a:ext uri="{FF2B5EF4-FFF2-40B4-BE49-F238E27FC236}">
                    <a16:creationId xmlns:a16="http://schemas.microsoft.com/office/drawing/2014/main" id="{EDC08F8F-07F7-4AA7-9F6E-4F3A4A77164C}"/>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a:extLst>
                  <a:ext uri="{FF2B5EF4-FFF2-40B4-BE49-F238E27FC236}">
                    <a16:creationId xmlns:a16="http://schemas.microsoft.com/office/drawing/2014/main" id="{57609A66-32D2-4EF0-9DCE-A2537AB10743}"/>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03B13ECD-F2C1-43A7-927A-ECAF48CE60B9}"/>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3B1D26A5-414D-4F83-8062-FFF3667BEF3A}"/>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a:extLst>
                  <a:ext uri="{FF2B5EF4-FFF2-40B4-BE49-F238E27FC236}">
                    <a16:creationId xmlns:a16="http://schemas.microsoft.com/office/drawing/2014/main" id="{91A00627-C25C-45AE-A80B-92DC6298D9A3}"/>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68" name="TextBox 167">
            <a:extLst>
              <a:ext uri="{FF2B5EF4-FFF2-40B4-BE49-F238E27FC236}">
                <a16:creationId xmlns:a16="http://schemas.microsoft.com/office/drawing/2014/main" id="{A12141E3-F0E6-459C-8E65-E7AB4EF76C3D}"/>
              </a:ext>
            </a:extLst>
          </p:cNvPr>
          <p:cNvSpPr txBox="1"/>
          <p:nvPr/>
        </p:nvSpPr>
        <p:spPr>
          <a:xfrm>
            <a:off x="1663336" y="453120"/>
            <a:ext cx="9004664" cy="523220"/>
          </a:xfrm>
          <a:prstGeom prst="rect">
            <a:avLst/>
          </a:prstGeom>
          <a:noFill/>
        </p:spPr>
        <p:txBody>
          <a:bodyPr wrap="square">
            <a:spAutoFit/>
          </a:bodyPr>
          <a:lstStyle/>
          <a:p>
            <a:pPr algn="ctr"/>
            <a:r>
              <a:rPr lang="en-US" sz="2800" dirty="0">
                <a:solidFill>
                  <a:srgbClr val="FFFFFF"/>
                </a:solidFill>
                <a:effectLst/>
                <a:latin typeface="Tahoma" panose="020B0604030504040204" pitchFamily="34" charset="0"/>
                <a:ea typeface="Tahoma" panose="020B0604030504040204" pitchFamily="34" charset="0"/>
              </a:rPr>
              <a:t>Insights: Revenue Trend Analysis</a:t>
            </a:r>
            <a:endParaRPr lang="en-US" sz="2800" dirty="0"/>
          </a:p>
        </p:txBody>
      </p:sp>
      <p:cxnSp>
        <p:nvCxnSpPr>
          <p:cNvPr id="169" name="Straight Connector 168">
            <a:extLst>
              <a:ext uri="{FF2B5EF4-FFF2-40B4-BE49-F238E27FC236}">
                <a16:creationId xmlns:a16="http://schemas.microsoft.com/office/drawing/2014/main" id="{DA9345A3-EF31-48A1-AC43-EA5C3A14F3B4}"/>
              </a:ext>
            </a:extLst>
          </p:cNvPr>
          <p:cNvCxnSpPr>
            <a:cxnSpLocks/>
          </p:cNvCxnSpPr>
          <p:nvPr/>
        </p:nvCxnSpPr>
        <p:spPr>
          <a:xfrm>
            <a:off x="933720" y="1123406"/>
            <a:ext cx="1063107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8" name="Picture 7">
            <a:extLst>
              <a:ext uri="{FF2B5EF4-FFF2-40B4-BE49-F238E27FC236}">
                <a16:creationId xmlns:a16="http://schemas.microsoft.com/office/drawing/2014/main" id="{F5711974-89DB-470E-ADBA-2FE7D9D01E77}"/>
              </a:ext>
            </a:extLst>
          </p:cNvPr>
          <p:cNvPicPr>
            <a:picLocks noChangeAspect="1"/>
          </p:cNvPicPr>
          <p:nvPr/>
        </p:nvPicPr>
        <p:blipFill>
          <a:blip r:embed="rId5"/>
          <a:stretch>
            <a:fillRect/>
          </a:stretch>
        </p:blipFill>
        <p:spPr>
          <a:xfrm>
            <a:off x="6738810" y="1141917"/>
            <a:ext cx="5413429" cy="3231495"/>
          </a:xfrm>
          <a:prstGeom prst="rect">
            <a:avLst/>
          </a:prstGeom>
        </p:spPr>
      </p:pic>
      <p:pic>
        <p:nvPicPr>
          <p:cNvPr id="14" name="Picture 13">
            <a:extLst>
              <a:ext uri="{FF2B5EF4-FFF2-40B4-BE49-F238E27FC236}">
                <a16:creationId xmlns:a16="http://schemas.microsoft.com/office/drawing/2014/main" id="{D74F9B77-E8F0-4CA0-A331-EA0EA66D7D53}"/>
              </a:ext>
            </a:extLst>
          </p:cNvPr>
          <p:cNvPicPr>
            <a:picLocks noChangeAspect="1"/>
          </p:cNvPicPr>
          <p:nvPr/>
        </p:nvPicPr>
        <p:blipFill>
          <a:blip r:embed="rId6"/>
          <a:stretch>
            <a:fillRect/>
          </a:stretch>
        </p:blipFill>
        <p:spPr>
          <a:xfrm>
            <a:off x="6710256" y="4394924"/>
            <a:ext cx="5464599" cy="2422517"/>
          </a:xfrm>
          <a:prstGeom prst="rect">
            <a:avLst/>
          </a:prstGeom>
        </p:spPr>
      </p:pic>
      <p:sp>
        <p:nvSpPr>
          <p:cNvPr id="170" name="TextBox 169">
            <a:extLst>
              <a:ext uri="{FF2B5EF4-FFF2-40B4-BE49-F238E27FC236}">
                <a16:creationId xmlns:a16="http://schemas.microsoft.com/office/drawing/2014/main" id="{BC067021-1E0F-4256-8B31-963A19A6B86F}"/>
              </a:ext>
            </a:extLst>
          </p:cNvPr>
          <p:cNvSpPr txBox="1"/>
          <p:nvPr/>
        </p:nvSpPr>
        <p:spPr>
          <a:xfrm>
            <a:off x="2476215" y="2224131"/>
            <a:ext cx="4005981" cy="4115166"/>
          </a:xfrm>
          <a:prstGeom prst="rect">
            <a:avLst/>
          </a:prstGeom>
          <a:noFill/>
        </p:spPr>
        <p:txBody>
          <a:bodyPr wrap="square">
            <a:spAutoFit/>
          </a:bodyPr>
          <a:lstStyle/>
          <a:p>
            <a:pPr>
              <a:lnSpc>
                <a:spcPct val="150000"/>
              </a:lnSpc>
            </a:pPr>
            <a:r>
              <a:rPr lang="en-US" sz="1600" b="0" i="0" dirty="0">
                <a:solidFill>
                  <a:srgbClr val="F0F6FC"/>
                </a:solidFill>
                <a:effectLst/>
                <a:latin typeface="-apple-system"/>
              </a:rPr>
              <a:t>From the Revenue Tren</a:t>
            </a:r>
            <a:r>
              <a:rPr lang="en-US" sz="1600" dirty="0">
                <a:solidFill>
                  <a:srgbClr val="F0F6FC"/>
                </a:solidFill>
                <a:latin typeface="-apple-system"/>
              </a:rPr>
              <a:t>d Analysis on Year and Quarter, Year 2016 shows a positive turnover in revenue over the years with $12.9M as against the low-figures of other years.</a:t>
            </a:r>
            <a:br>
              <a:rPr lang="en-US" sz="1600" dirty="0">
                <a:solidFill>
                  <a:srgbClr val="F0F6FC"/>
                </a:solidFill>
                <a:latin typeface="-apple-system"/>
              </a:rPr>
            </a:br>
            <a:br>
              <a:rPr lang="en-US" sz="1600" dirty="0">
                <a:solidFill>
                  <a:srgbClr val="F0F6FC"/>
                </a:solidFill>
                <a:latin typeface="-apple-system"/>
              </a:rPr>
            </a:br>
            <a:r>
              <a:rPr lang="en-US" sz="1600" dirty="0">
                <a:solidFill>
                  <a:srgbClr val="F0F6FC"/>
                </a:solidFill>
                <a:latin typeface="-apple-system"/>
              </a:rPr>
              <a:t>While the last Quarter shows an increase in the customers’ purchasing power thereby yielding the highest revenue as compared to other quarters, and this could have some correlation with the occurrence of festivities in this quarter.</a:t>
            </a:r>
            <a:endParaRPr lang="en-US" sz="1600" b="1" i="1" dirty="0"/>
          </a:p>
        </p:txBody>
      </p:sp>
      <p:pic>
        <p:nvPicPr>
          <p:cNvPr id="171" name="Image 8">
            <a:extLst>
              <a:ext uri="{FF2B5EF4-FFF2-40B4-BE49-F238E27FC236}">
                <a16:creationId xmlns:a16="http://schemas.microsoft.com/office/drawing/2014/main" id="{7E920B66-36E0-4208-A074-7181B6E3BA0F}"/>
              </a:ext>
            </a:extLst>
          </p:cNvPr>
          <p:cNvPicPr/>
          <p:nvPr/>
        </p:nvPicPr>
        <p:blipFill>
          <a:blip r:embed="rId7" cstate="print"/>
          <a:stretch>
            <a:fillRect/>
          </a:stretch>
        </p:blipFill>
        <p:spPr>
          <a:xfrm>
            <a:off x="50606" y="125218"/>
            <a:ext cx="1189990" cy="380365"/>
          </a:xfrm>
          <a:prstGeom prst="rect">
            <a:avLst/>
          </a:prstGeom>
        </p:spPr>
      </p:pic>
    </p:spTree>
    <p:extLst>
      <p:ext uri="{BB962C8B-B14F-4D97-AF65-F5344CB8AC3E}">
        <p14:creationId xmlns:p14="http://schemas.microsoft.com/office/powerpoint/2010/main" val="3864393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42F45E7-7E3D-4589-9049-07B218C059A3}"/>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t="6117" b="9177"/>
          <a:stretch/>
        </p:blipFill>
        <p:spPr>
          <a:xfrm>
            <a:off x="0" y="0"/>
            <a:ext cx="12192000" cy="6858000"/>
          </a:xfrm>
          <a:prstGeom prst="rect">
            <a:avLst/>
          </a:prstGeom>
        </p:spPr>
      </p:pic>
      <p:sp>
        <p:nvSpPr>
          <p:cNvPr id="3" name="Rectangle 2">
            <a:extLst>
              <a:ext uri="{FF2B5EF4-FFF2-40B4-BE49-F238E27FC236}">
                <a16:creationId xmlns:a16="http://schemas.microsoft.com/office/drawing/2014/main" id="{16C990B1-4642-4784-8516-7A2BDEC39513}"/>
              </a:ext>
            </a:extLst>
          </p:cNvPr>
          <p:cNvSpPr/>
          <p:nvPr/>
        </p:nvSpPr>
        <p:spPr>
          <a:xfrm>
            <a:off x="0" y="0"/>
            <a:ext cx="12192000" cy="6858000"/>
          </a:xfrm>
          <a:prstGeom prst="rect">
            <a:avLst/>
          </a:prstGeom>
          <a:gradFill flip="none" rotWithShape="1">
            <a:gsLst>
              <a:gs pos="0">
                <a:schemeClr val="tx1">
                  <a:alpha val="95000"/>
                </a:schemeClr>
              </a:gs>
              <a:gs pos="100000">
                <a:schemeClr val="tx1">
                  <a:alpha val="95000"/>
                </a:schemeClr>
              </a:gs>
              <a:gs pos="49000">
                <a:schemeClr val="tx1">
                  <a:alpha val="80000"/>
                </a:schemeClr>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D559B658-F1DD-4235-A315-5FA31630973F}"/>
              </a:ext>
            </a:extLst>
          </p:cNvPr>
          <p:cNvSpPr/>
          <p:nvPr/>
        </p:nvSpPr>
        <p:spPr>
          <a:xfrm>
            <a:off x="8648700" y="5524500"/>
            <a:ext cx="3543300" cy="1047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41F1DEF-32DD-40D0-B63D-396863A5080A}"/>
              </a:ext>
            </a:extLst>
          </p:cNvPr>
          <p:cNvSpPr/>
          <p:nvPr/>
        </p:nvSpPr>
        <p:spPr>
          <a:xfrm>
            <a:off x="8243586" y="5723090"/>
            <a:ext cx="3543300" cy="650570"/>
          </a:xfrm>
          <a:prstGeom prst="rect">
            <a:avLst/>
          </a:prstGeom>
          <a:pattFill prst="dkDnDiag">
            <a:fgClr>
              <a:schemeClr val="accent6"/>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B5DE0E6C-D4E2-46CE-95B9-CFEF563B5642}"/>
              </a:ext>
            </a:extLst>
          </p:cNvPr>
          <p:cNvSpPr/>
          <p:nvPr/>
        </p:nvSpPr>
        <p:spPr>
          <a:xfrm>
            <a:off x="-1536702" y="-1549402"/>
            <a:ext cx="3829958" cy="3829958"/>
          </a:xfrm>
          <a:custGeom>
            <a:avLst/>
            <a:gdLst>
              <a:gd name="connsiteX0" fmla="*/ 1914979 w 3829958"/>
              <a:gd name="connsiteY0" fmla="*/ 0 h 3829958"/>
              <a:gd name="connsiteX1" fmla="*/ 3829958 w 3829958"/>
              <a:gd name="connsiteY1" fmla="*/ 1914979 h 3829958"/>
              <a:gd name="connsiteX2" fmla="*/ 3743864 w 3829958"/>
              <a:gd name="connsiteY2" fmla="*/ 2484435 h 3829958"/>
              <a:gd name="connsiteX3" fmla="*/ 3736535 w 3829958"/>
              <a:gd name="connsiteY3" fmla="*/ 2504461 h 3829958"/>
              <a:gd name="connsiteX4" fmla="*/ 3691901 w 3829958"/>
              <a:gd name="connsiteY4" fmla="*/ 2490606 h 3829958"/>
              <a:gd name="connsiteX5" fmla="*/ 3555553 w 3829958"/>
              <a:gd name="connsiteY5" fmla="*/ 2476861 h 3829958"/>
              <a:gd name="connsiteX6" fmla="*/ 2879005 w 3829958"/>
              <a:gd name="connsiteY6" fmla="*/ 3153409 h 3829958"/>
              <a:gd name="connsiteX7" fmla="*/ 2932172 w 3829958"/>
              <a:gd name="connsiteY7" fmla="*/ 3416752 h 3829958"/>
              <a:gd name="connsiteX8" fmla="*/ 2980604 w 3829958"/>
              <a:gd name="connsiteY8" fmla="*/ 3505983 h 3829958"/>
              <a:gd name="connsiteX9" fmla="*/ 2827772 w 3829958"/>
              <a:gd name="connsiteY9" fmla="*/ 3598830 h 3829958"/>
              <a:gd name="connsiteX10" fmla="*/ 1914979 w 3829958"/>
              <a:gd name="connsiteY10" fmla="*/ 3829958 h 3829958"/>
              <a:gd name="connsiteX11" fmla="*/ 0 w 3829958"/>
              <a:gd name="connsiteY11" fmla="*/ 1914979 h 3829958"/>
              <a:gd name="connsiteX12" fmla="*/ 1914979 w 3829958"/>
              <a:gd name="connsiteY12" fmla="*/ 0 h 3829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29958" h="3829958">
                <a:moveTo>
                  <a:pt x="1914979" y="0"/>
                </a:moveTo>
                <a:cubicBezTo>
                  <a:pt x="2972593" y="0"/>
                  <a:pt x="3829958" y="857365"/>
                  <a:pt x="3829958" y="1914979"/>
                </a:cubicBezTo>
                <a:cubicBezTo>
                  <a:pt x="3829958" y="2113282"/>
                  <a:pt x="3799816" y="2304544"/>
                  <a:pt x="3743864" y="2484435"/>
                </a:cubicBezTo>
                <a:lnTo>
                  <a:pt x="3736535" y="2504461"/>
                </a:lnTo>
                <a:lnTo>
                  <a:pt x="3691901" y="2490606"/>
                </a:lnTo>
                <a:cubicBezTo>
                  <a:pt x="3647859" y="2481594"/>
                  <a:pt x="3602259" y="2476861"/>
                  <a:pt x="3555553" y="2476861"/>
                </a:cubicBezTo>
                <a:cubicBezTo>
                  <a:pt x="3181906" y="2476861"/>
                  <a:pt x="2879005" y="2779762"/>
                  <a:pt x="2879005" y="3153409"/>
                </a:cubicBezTo>
                <a:cubicBezTo>
                  <a:pt x="2879005" y="3246821"/>
                  <a:pt x="2897936" y="3335811"/>
                  <a:pt x="2932172" y="3416752"/>
                </a:cubicBezTo>
                <a:lnTo>
                  <a:pt x="2980604" y="3505983"/>
                </a:lnTo>
                <a:lnTo>
                  <a:pt x="2827772" y="3598830"/>
                </a:lnTo>
                <a:cubicBezTo>
                  <a:pt x="2556432" y="3746231"/>
                  <a:pt x="2245483" y="3829958"/>
                  <a:pt x="1914979" y="3829958"/>
                </a:cubicBezTo>
                <a:cubicBezTo>
                  <a:pt x="857365" y="3829958"/>
                  <a:pt x="0" y="2972593"/>
                  <a:pt x="0" y="1914979"/>
                </a:cubicBezTo>
                <a:cubicBezTo>
                  <a:pt x="0" y="857365"/>
                  <a:pt x="857365" y="0"/>
                  <a:pt x="1914979" y="0"/>
                </a:cubicBezTo>
                <a:close/>
              </a:path>
            </a:pathLst>
          </a:custGeom>
          <a:pattFill prst="dkUp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Oval 6">
            <a:extLst>
              <a:ext uri="{FF2B5EF4-FFF2-40B4-BE49-F238E27FC236}">
                <a16:creationId xmlns:a16="http://schemas.microsoft.com/office/drawing/2014/main" id="{B3693BA1-2B08-47EB-AEAD-0DFA8395B271}"/>
              </a:ext>
            </a:extLst>
          </p:cNvPr>
          <p:cNvSpPr/>
          <p:nvPr/>
        </p:nvSpPr>
        <p:spPr>
          <a:xfrm>
            <a:off x="-1938848" y="-1951547"/>
            <a:ext cx="4634248" cy="4634248"/>
          </a:xfrm>
          <a:prstGeom prst="ellipse">
            <a:avLst/>
          </a:prstGeom>
          <a:noFill/>
          <a:ln w="19050">
            <a:solidFill>
              <a:schemeClr val="accent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B622297-A54D-4617-9EBC-CF6D576C5224}"/>
              </a:ext>
            </a:extLst>
          </p:cNvPr>
          <p:cNvSpPr/>
          <p:nvPr/>
        </p:nvSpPr>
        <p:spPr>
          <a:xfrm>
            <a:off x="1556761" y="1141917"/>
            <a:ext cx="924183" cy="92418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80318C4-BCDD-4311-A18F-9265B87A270B}"/>
              </a:ext>
            </a:extLst>
          </p:cNvPr>
          <p:cNvSpPr/>
          <p:nvPr/>
        </p:nvSpPr>
        <p:spPr>
          <a:xfrm rot="10800000">
            <a:off x="8445500" y="5617650"/>
            <a:ext cx="1041400" cy="2108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F698AE66-5967-4786-9D8F-1A725F6FC702}"/>
              </a:ext>
            </a:extLst>
          </p:cNvPr>
          <p:cNvGrpSpPr/>
          <p:nvPr/>
        </p:nvGrpSpPr>
        <p:grpSpPr>
          <a:xfrm>
            <a:off x="10420350" y="285750"/>
            <a:ext cx="804758" cy="144689"/>
            <a:chOff x="4455886" y="479425"/>
            <a:chExt cx="804758" cy="144689"/>
          </a:xfrm>
        </p:grpSpPr>
        <p:cxnSp>
          <p:nvCxnSpPr>
            <p:cNvPr id="15" name="Straight Connector 14">
              <a:extLst>
                <a:ext uri="{FF2B5EF4-FFF2-40B4-BE49-F238E27FC236}">
                  <a16:creationId xmlns:a16="http://schemas.microsoft.com/office/drawing/2014/main" id="{8F1A76E1-D6D8-4852-85B9-7FDD5ABBF3BB}"/>
                </a:ext>
              </a:extLst>
            </p:cNvPr>
            <p:cNvCxnSpPr>
              <a:cxnSpLocks/>
            </p:cNvCxnSpPr>
            <p:nvPr/>
          </p:nvCxnSpPr>
          <p:spPr>
            <a:xfrm flipH="1">
              <a:off x="445588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47E7E72-EC7D-477B-8049-BBFC86FEFF13}"/>
                </a:ext>
              </a:extLst>
            </p:cNvPr>
            <p:cNvCxnSpPr>
              <a:cxnSpLocks/>
            </p:cNvCxnSpPr>
            <p:nvPr/>
          </p:nvCxnSpPr>
          <p:spPr>
            <a:xfrm flipH="1">
              <a:off x="460384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BAB7941-03C6-4F12-9E04-9077539D8580}"/>
                </a:ext>
              </a:extLst>
            </p:cNvPr>
            <p:cNvCxnSpPr>
              <a:cxnSpLocks/>
            </p:cNvCxnSpPr>
            <p:nvPr/>
          </p:nvCxnSpPr>
          <p:spPr>
            <a:xfrm flipH="1">
              <a:off x="475179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49FD28-7095-45B9-A159-1411E0D082CF}"/>
                </a:ext>
              </a:extLst>
            </p:cNvPr>
            <p:cNvCxnSpPr>
              <a:cxnSpLocks/>
            </p:cNvCxnSpPr>
            <p:nvPr/>
          </p:nvCxnSpPr>
          <p:spPr>
            <a:xfrm flipH="1">
              <a:off x="489975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94CE044-D8F7-478D-AC0F-4B7B7EC81420}"/>
                </a:ext>
              </a:extLst>
            </p:cNvPr>
            <p:cNvCxnSpPr>
              <a:cxnSpLocks/>
            </p:cNvCxnSpPr>
            <p:nvPr/>
          </p:nvCxnSpPr>
          <p:spPr>
            <a:xfrm flipH="1">
              <a:off x="504770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4DFADAC-57F4-4EB2-9CF7-1020DEA1EB0C}"/>
                </a:ext>
              </a:extLst>
            </p:cNvPr>
            <p:cNvCxnSpPr>
              <a:cxnSpLocks/>
            </p:cNvCxnSpPr>
            <p:nvPr/>
          </p:nvCxnSpPr>
          <p:spPr>
            <a:xfrm flipH="1">
              <a:off x="519566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24" name="Straight Connector 23">
            <a:extLst>
              <a:ext uri="{FF2B5EF4-FFF2-40B4-BE49-F238E27FC236}">
                <a16:creationId xmlns:a16="http://schemas.microsoft.com/office/drawing/2014/main" id="{B0A8832C-24F7-4903-86A4-6AE9F1C8E555}"/>
              </a:ext>
            </a:extLst>
          </p:cNvPr>
          <p:cNvCxnSpPr>
            <a:cxnSpLocks/>
          </p:cNvCxnSpPr>
          <p:nvPr/>
        </p:nvCxnSpPr>
        <p:spPr>
          <a:xfrm flipH="1">
            <a:off x="11201400" y="358094"/>
            <a:ext cx="981075"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C96E1AB-AAFA-4C31-A014-04B75B16B1D9}"/>
              </a:ext>
            </a:extLst>
          </p:cNvPr>
          <p:cNvCxnSpPr>
            <a:cxnSpLocks/>
          </p:cNvCxnSpPr>
          <p:nvPr/>
        </p:nvCxnSpPr>
        <p:spPr>
          <a:xfrm>
            <a:off x="895816" y="2627086"/>
            <a:ext cx="0" cy="4211864"/>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D8E0974-BC24-4BA5-97A3-EC9ED8F4A343}"/>
              </a:ext>
            </a:extLst>
          </p:cNvPr>
          <p:cNvCxnSpPr>
            <a:cxnSpLocks/>
          </p:cNvCxnSpPr>
          <p:nvPr/>
        </p:nvCxnSpPr>
        <p:spPr>
          <a:xfrm>
            <a:off x="529166" y="4838700"/>
            <a:ext cx="0" cy="200025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C026667-799F-4EB6-B96F-4D9051F3C6F9}"/>
              </a:ext>
            </a:extLst>
          </p:cNvPr>
          <p:cNvCxnSpPr>
            <a:cxnSpLocks/>
          </p:cNvCxnSpPr>
          <p:nvPr/>
        </p:nvCxnSpPr>
        <p:spPr>
          <a:xfrm>
            <a:off x="232283" y="6248400"/>
            <a:ext cx="0" cy="59055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C476F0D7-F33E-4A33-9A25-D15E7B57E91D}"/>
              </a:ext>
            </a:extLst>
          </p:cNvPr>
          <p:cNvGrpSpPr/>
          <p:nvPr/>
        </p:nvGrpSpPr>
        <p:grpSpPr>
          <a:xfrm>
            <a:off x="2563916" y="358094"/>
            <a:ext cx="1729654" cy="848268"/>
            <a:chOff x="233739" y="283295"/>
            <a:chExt cx="1729654" cy="848268"/>
          </a:xfrm>
          <a:gradFill>
            <a:gsLst>
              <a:gs pos="0">
                <a:schemeClr val="accent3"/>
              </a:gs>
              <a:gs pos="100000">
                <a:schemeClr val="tx1">
                  <a:alpha val="0"/>
                </a:schemeClr>
              </a:gs>
            </a:gsLst>
            <a:lin ang="0" scaled="1"/>
          </a:gradFill>
        </p:grpSpPr>
        <p:grpSp>
          <p:nvGrpSpPr>
            <p:cNvPr id="34" name="Group 33">
              <a:extLst>
                <a:ext uri="{FF2B5EF4-FFF2-40B4-BE49-F238E27FC236}">
                  <a16:creationId xmlns:a16="http://schemas.microsoft.com/office/drawing/2014/main" id="{75D90828-5100-410A-8A8E-4687D38638FA}"/>
                </a:ext>
              </a:extLst>
            </p:cNvPr>
            <p:cNvGrpSpPr/>
            <p:nvPr/>
          </p:nvGrpSpPr>
          <p:grpSpPr>
            <a:xfrm rot="5400000">
              <a:off x="1055270" y="-538236"/>
              <a:ext cx="86591" cy="1729654"/>
              <a:chOff x="85292" y="59892"/>
              <a:chExt cx="86591" cy="1729654"/>
            </a:xfrm>
            <a:grpFill/>
          </p:grpSpPr>
          <p:sp>
            <p:nvSpPr>
              <p:cNvPr id="68" name="Oval 67">
                <a:extLst>
                  <a:ext uri="{FF2B5EF4-FFF2-40B4-BE49-F238E27FC236}">
                    <a16:creationId xmlns:a16="http://schemas.microsoft.com/office/drawing/2014/main" id="{81DCCFD7-E0A5-47AD-986F-4F362EFA64B4}"/>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CFB457A8-22BF-445D-8BE4-A5F0B8F28315}"/>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F9CE3CC5-6A7F-4EDF-98E8-87C0423E576A}"/>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BC7124F4-4C3D-4E37-BAE9-9EDED01A0EA0}"/>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D535BD03-2F0C-4000-88DC-929BE058361D}"/>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E3252F64-CB94-446A-9777-533DA0DFB361}"/>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EBA391DC-019F-4A84-880F-EE19B975D245}"/>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B1664578-5E45-4F3B-87FF-5CACEC9B8DFA}"/>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E03CCC18-FFEA-4FB8-9EFD-6C14B821CC83}"/>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69A5247D-C922-46D3-8D5E-C5BA40B504A7}"/>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2163A3C6-F6A5-4A7C-9540-CE170FFD1C11}"/>
                </a:ext>
              </a:extLst>
            </p:cNvPr>
            <p:cNvGrpSpPr/>
            <p:nvPr/>
          </p:nvGrpSpPr>
          <p:grpSpPr>
            <a:xfrm rot="5400000">
              <a:off x="1055270" y="-284344"/>
              <a:ext cx="86591" cy="1729654"/>
              <a:chOff x="85292" y="59892"/>
              <a:chExt cx="86591" cy="1729654"/>
            </a:xfrm>
            <a:grpFill/>
          </p:grpSpPr>
          <p:sp>
            <p:nvSpPr>
              <p:cNvPr id="58" name="Oval 57">
                <a:extLst>
                  <a:ext uri="{FF2B5EF4-FFF2-40B4-BE49-F238E27FC236}">
                    <a16:creationId xmlns:a16="http://schemas.microsoft.com/office/drawing/2014/main" id="{A38A5E62-0408-4617-838D-0C50A772158D}"/>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6D471D9B-B1A8-4A13-B904-D1F99AE2A052}"/>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59015498-9B56-4E63-A85E-C9F3BC12C5F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072DCEF1-0785-4B65-AE1F-56F85C2FF31B}"/>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FF75C609-B566-4B1B-9ADD-14310F3129D9}"/>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3EB0BFA9-3F87-437F-A039-56CC41037663}"/>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976DEC39-9D0A-44FB-9A62-C28F18F749C5}"/>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670AA069-8264-4C03-B5A9-69BC6E2AFA16}"/>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DEB57F6E-1D9B-4351-8C01-E6CF70C574FE}"/>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4DC638D5-8901-4644-ABD5-35D803D1D606}"/>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E0884EA3-8932-4332-B434-E341678CD491}"/>
                </a:ext>
              </a:extLst>
            </p:cNvPr>
            <p:cNvGrpSpPr/>
            <p:nvPr/>
          </p:nvGrpSpPr>
          <p:grpSpPr>
            <a:xfrm rot="5400000">
              <a:off x="1055270" y="-30452"/>
              <a:ext cx="86591" cy="1729654"/>
              <a:chOff x="85292" y="59892"/>
              <a:chExt cx="86591" cy="1729654"/>
            </a:xfrm>
            <a:grpFill/>
          </p:grpSpPr>
          <p:sp>
            <p:nvSpPr>
              <p:cNvPr id="48" name="Oval 47">
                <a:extLst>
                  <a:ext uri="{FF2B5EF4-FFF2-40B4-BE49-F238E27FC236}">
                    <a16:creationId xmlns:a16="http://schemas.microsoft.com/office/drawing/2014/main" id="{5F088E95-F67A-4E2A-96CD-096E878B2397}"/>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BF7EA06-3AB5-4176-BCF5-EA49597E187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0303BAB0-F36E-4FFC-8AC9-E888B036E05B}"/>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BDCEEE51-8A01-450A-BBB6-2EE82FAD25C7}"/>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AF7E0978-36BC-4FFC-BC62-78004EC6545F}"/>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26E88A2D-E06A-4B31-897A-F29D5BCA6059}"/>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CABE59FC-4023-4E7D-8847-A16CB70E1FF1}"/>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CC430C89-D3C1-4F61-A6C8-16EF64470952}"/>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54358A37-A5A9-4A84-B2DD-B5FB8BE394EA}"/>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E11FDEA4-5CF8-46B6-B19D-5C4AE81BF77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D4429CDA-BCA9-4826-A6E2-7306FC4012FB}"/>
                </a:ext>
              </a:extLst>
            </p:cNvPr>
            <p:cNvGrpSpPr/>
            <p:nvPr/>
          </p:nvGrpSpPr>
          <p:grpSpPr>
            <a:xfrm rot="5400000">
              <a:off x="1055270" y="223441"/>
              <a:ext cx="86591" cy="1729654"/>
              <a:chOff x="85292" y="59892"/>
              <a:chExt cx="86591" cy="1729654"/>
            </a:xfrm>
            <a:grpFill/>
          </p:grpSpPr>
          <p:sp>
            <p:nvSpPr>
              <p:cNvPr id="38" name="Oval 37">
                <a:extLst>
                  <a:ext uri="{FF2B5EF4-FFF2-40B4-BE49-F238E27FC236}">
                    <a16:creationId xmlns:a16="http://schemas.microsoft.com/office/drawing/2014/main" id="{E4547F50-1583-4489-88DA-074C4B15BE50}"/>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6D963E37-01FA-483F-97B8-283894A51733}"/>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FB26921C-9545-4AC1-A39D-97CC01AA7DED}"/>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C7F50F07-F94F-4240-B23B-19737864FC3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63E80846-CB79-4D2B-89D5-4FE39182BD64}"/>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37088A44-5D33-4105-8791-905E8F2ED162}"/>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4309E6E7-66E4-43A5-AF5B-98CCB5A6D217}"/>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50032B6A-F2E9-4056-9271-31D8BF23E443}"/>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F62B9C11-1F77-44B5-899A-12FC9D4A3236}"/>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AA822719-F362-49F2-BF1A-E07F246EFBDF}"/>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8" name="Group 77">
            <a:extLst>
              <a:ext uri="{FF2B5EF4-FFF2-40B4-BE49-F238E27FC236}">
                <a16:creationId xmlns:a16="http://schemas.microsoft.com/office/drawing/2014/main" id="{C13D135F-54DE-4187-AC61-D78180B82C45}"/>
              </a:ext>
            </a:extLst>
          </p:cNvPr>
          <p:cNvGrpSpPr/>
          <p:nvPr/>
        </p:nvGrpSpPr>
        <p:grpSpPr>
          <a:xfrm>
            <a:off x="10260116" y="5025344"/>
            <a:ext cx="1729654" cy="848268"/>
            <a:chOff x="233739" y="283295"/>
            <a:chExt cx="1729654" cy="848268"/>
          </a:xfrm>
          <a:gradFill>
            <a:gsLst>
              <a:gs pos="0">
                <a:schemeClr val="accent3"/>
              </a:gs>
              <a:gs pos="100000">
                <a:schemeClr val="tx1">
                  <a:alpha val="0"/>
                </a:schemeClr>
              </a:gs>
            </a:gsLst>
            <a:lin ang="0" scaled="1"/>
          </a:gradFill>
        </p:grpSpPr>
        <p:grpSp>
          <p:nvGrpSpPr>
            <p:cNvPr id="79" name="Group 78">
              <a:extLst>
                <a:ext uri="{FF2B5EF4-FFF2-40B4-BE49-F238E27FC236}">
                  <a16:creationId xmlns:a16="http://schemas.microsoft.com/office/drawing/2014/main" id="{C8596B4A-332B-4DF9-964B-58055561AB9D}"/>
                </a:ext>
              </a:extLst>
            </p:cNvPr>
            <p:cNvGrpSpPr/>
            <p:nvPr/>
          </p:nvGrpSpPr>
          <p:grpSpPr>
            <a:xfrm rot="5400000">
              <a:off x="1055270" y="-538236"/>
              <a:ext cx="86591" cy="1729654"/>
              <a:chOff x="85292" y="59892"/>
              <a:chExt cx="86591" cy="1729654"/>
            </a:xfrm>
            <a:grpFill/>
          </p:grpSpPr>
          <p:sp>
            <p:nvSpPr>
              <p:cNvPr id="113" name="Oval 112">
                <a:extLst>
                  <a:ext uri="{FF2B5EF4-FFF2-40B4-BE49-F238E27FC236}">
                    <a16:creationId xmlns:a16="http://schemas.microsoft.com/office/drawing/2014/main" id="{7089744E-FA18-468B-AAB3-5708BA336F44}"/>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0D9E6EAE-84CC-44BE-8470-02AF07EFE40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a:extLst>
                  <a:ext uri="{FF2B5EF4-FFF2-40B4-BE49-F238E27FC236}">
                    <a16:creationId xmlns:a16="http://schemas.microsoft.com/office/drawing/2014/main" id="{6A9A00CF-96C1-4049-BA32-48C7F14190C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1B205536-8343-4753-8C3C-6EBAD27CB025}"/>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FFE1934F-0BA2-4B7F-8C40-2B8A30E23D43}"/>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39D6ECF3-87B6-456E-A872-B472FC3E78EA}"/>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B070C7AC-0E68-48F9-B7A5-C39C9370F9ED}"/>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CE8DDDFF-8040-4BEA-AE98-38E72EAFA225}"/>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F37BA6A8-B41B-44F7-80B9-DDC6DBBD46FF}"/>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E055EE7C-F064-42A2-8872-9B6A1FE5B1C4}"/>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0" name="Group 79">
              <a:extLst>
                <a:ext uri="{FF2B5EF4-FFF2-40B4-BE49-F238E27FC236}">
                  <a16:creationId xmlns:a16="http://schemas.microsoft.com/office/drawing/2014/main" id="{EECCF488-A5E3-4BA6-9C2A-9D42966EC4C7}"/>
                </a:ext>
              </a:extLst>
            </p:cNvPr>
            <p:cNvGrpSpPr/>
            <p:nvPr/>
          </p:nvGrpSpPr>
          <p:grpSpPr>
            <a:xfrm rot="5400000">
              <a:off x="1055270" y="-284344"/>
              <a:ext cx="86591" cy="1729654"/>
              <a:chOff x="85292" y="59892"/>
              <a:chExt cx="86591" cy="1729654"/>
            </a:xfrm>
            <a:grpFill/>
          </p:grpSpPr>
          <p:sp>
            <p:nvSpPr>
              <p:cNvPr id="103" name="Oval 102">
                <a:extLst>
                  <a:ext uri="{FF2B5EF4-FFF2-40B4-BE49-F238E27FC236}">
                    <a16:creationId xmlns:a16="http://schemas.microsoft.com/office/drawing/2014/main" id="{0E42244A-7AA6-453D-B12B-F427F4D64F0E}"/>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4FBC28B3-941C-4E3B-91C4-DAB4186DCBC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D4E23335-3D76-421A-A455-D3E75C21F314}"/>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831EDD80-EEF3-4CB2-B523-52A7633A6C38}"/>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15C6C3B7-66FB-4502-AA4A-4494C7079A38}"/>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8F610EBE-B34C-4B1C-A526-53B0B548B0C4}"/>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E740292B-3A54-44CB-8030-D451E034C52F}"/>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D4893017-2A88-4489-BD53-8FA9D91043ED}"/>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BD55C28F-69B6-4462-B8D2-EF6487547A8B}"/>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B1AC7914-4D7B-4804-BB25-98795DFBBE7B}"/>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AA18B733-BFB7-4FD4-ABDE-08285BB754DD}"/>
                </a:ext>
              </a:extLst>
            </p:cNvPr>
            <p:cNvGrpSpPr/>
            <p:nvPr/>
          </p:nvGrpSpPr>
          <p:grpSpPr>
            <a:xfrm rot="5400000">
              <a:off x="1055270" y="-30452"/>
              <a:ext cx="86591" cy="1729654"/>
              <a:chOff x="85292" y="59892"/>
              <a:chExt cx="86591" cy="1729654"/>
            </a:xfrm>
            <a:grpFill/>
          </p:grpSpPr>
          <p:sp>
            <p:nvSpPr>
              <p:cNvPr id="93" name="Oval 92">
                <a:extLst>
                  <a:ext uri="{FF2B5EF4-FFF2-40B4-BE49-F238E27FC236}">
                    <a16:creationId xmlns:a16="http://schemas.microsoft.com/office/drawing/2014/main" id="{340D1657-54A1-46F3-B1DC-998063F67812}"/>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C1669A70-1DAC-498F-AB5C-8E8050B209D0}"/>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EF52E370-21DD-4B9E-971A-B72A552BC725}"/>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867B3439-6708-452C-8E7D-7ACC2C83F622}"/>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39A99387-5750-40CA-A2C3-6093B03200A4}"/>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77CD4979-8E37-4A55-BAE6-4702AAA82F15}"/>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72B9F5C5-E9ED-40B1-A850-67D8CF81FB0C}"/>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6DB136E8-23B5-485C-81F9-65B6E3556C2F}"/>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AE5A1B14-04E3-461A-BCA8-4254D4D84005}"/>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05E07A7D-4B74-4882-AB43-BBBB303B9F6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 name="Group 81">
              <a:extLst>
                <a:ext uri="{FF2B5EF4-FFF2-40B4-BE49-F238E27FC236}">
                  <a16:creationId xmlns:a16="http://schemas.microsoft.com/office/drawing/2014/main" id="{CE0EC56B-FD84-4BEA-B1F3-0B181EB8211E}"/>
                </a:ext>
              </a:extLst>
            </p:cNvPr>
            <p:cNvGrpSpPr/>
            <p:nvPr/>
          </p:nvGrpSpPr>
          <p:grpSpPr>
            <a:xfrm rot="5400000">
              <a:off x="1055270" y="223441"/>
              <a:ext cx="86591" cy="1729654"/>
              <a:chOff x="85292" y="59892"/>
              <a:chExt cx="86591" cy="1729654"/>
            </a:xfrm>
            <a:grpFill/>
          </p:grpSpPr>
          <p:sp>
            <p:nvSpPr>
              <p:cNvPr id="83" name="Oval 82">
                <a:extLst>
                  <a:ext uri="{FF2B5EF4-FFF2-40B4-BE49-F238E27FC236}">
                    <a16:creationId xmlns:a16="http://schemas.microsoft.com/office/drawing/2014/main" id="{35F804F5-26BA-436E-B40B-B30E284EC6EA}"/>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3E4AA924-361E-4477-93B5-5CBF68B0B88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8D5CCCF6-FB7D-4579-B0D9-891F9F500D4B}"/>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A9F21A39-8D85-4650-AD05-75689CDA9D7F}"/>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FCD21955-8A08-4D03-B59A-9C03F93E8CFD}"/>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6F1A9CEA-3ECE-48BC-9EB9-0642C7DC2977}"/>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04CE57BE-8602-41CB-8971-5D7E9BA4F21C}"/>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723CD544-17A7-4A26-8C21-949FF32C455C}"/>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C016A52F-5E0B-46A6-9565-F264E4E4662C}"/>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5C314357-2C06-4593-A9EE-822A1DE6D77B}"/>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3" name="Group 122">
            <a:extLst>
              <a:ext uri="{FF2B5EF4-FFF2-40B4-BE49-F238E27FC236}">
                <a16:creationId xmlns:a16="http://schemas.microsoft.com/office/drawing/2014/main" id="{F184C3A3-073C-4EF4-ADD6-2254197028A5}"/>
              </a:ext>
            </a:extLst>
          </p:cNvPr>
          <p:cNvGrpSpPr/>
          <p:nvPr/>
        </p:nvGrpSpPr>
        <p:grpSpPr>
          <a:xfrm rot="16200000">
            <a:off x="-23244" y="5404397"/>
            <a:ext cx="1729654" cy="848268"/>
            <a:chOff x="233739" y="283295"/>
            <a:chExt cx="1729654" cy="848268"/>
          </a:xfrm>
          <a:gradFill>
            <a:gsLst>
              <a:gs pos="0">
                <a:schemeClr val="accent3"/>
              </a:gs>
              <a:gs pos="100000">
                <a:schemeClr val="tx1">
                  <a:alpha val="0"/>
                </a:schemeClr>
              </a:gs>
            </a:gsLst>
            <a:lin ang="0" scaled="1"/>
          </a:gradFill>
        </p:grpSpPr>
        <p:grpSp>
          <p:nvGrpSpPr>
            <p:cNvPr id="124" name="Group 123">
              <a:extLst>
                <a:ext uri="{FF2B5EF4-FFF2-40B4-BE49-F238E27FC236}">
                  <a16:creationId xmlns:a16="http://schemas.microsoft.com/office/drawing/2014/main" id="{2F1BCD85-0C1D-4C81-A1CF-64000091D4E6}"/>
                </a:ext>
              </a:extLst>
            </p:cNvPr>
            <p:cNvGrpSpPr/>
            <p:nvPr/>
          </p:nvGrpSpPr>
          <p:grpSpPr>
            <a:xfrm rot="5400000">
              <a:off x="1055270" y="-538236"/>
              <a:ext cx="86591" cy="1729654"/>
              <a:chOff x="85292" y="59892"/>
              <a:chExt cx="86591" cy="1729654"/>
            </a:xfrm>
            <a:grpFill/>
          </p:grpSpPr>
          <p:sp>
            <p:nvSpPr>
              <p:cNvPr id="158" name="Oval 157">
                <a:extLst>
                  <a:ext uri="{FF2B5EF4-FFF2-40B4-BE49-F238E27FC236}">
                    <a16:creationId xmlns:a16="http://schemas.microsoft.com/office/drawing/2014/main" id="{FF2373DD-0104-4E61-B137-E791C61E9FB7}"/>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a:extLst>
                  <a:ext uri="{FF2B5EF4-FFF2-40B4-BE49-F238E27FC236}">
                    <a16:creationId xmlns:a16="http://schemas.microsoft.com/office/drawing/2014/main" id="{345AC7EC-89B0-4DAF-ABE1-917D9391A4A7}"/>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a:extLst>
                  <a:ext uri="{FF2B5EF4-FFF2-40B4-BE49-F238E27FC236}">
                    <a16:creationId xmlns:a16="http://schemas.microsoft.com/office/drawing/2014/main" id="{5C8C5AE6-1949-4756-896F-650D73091547}"/>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Oval 160">
                <a:extLst>
                  <a:ext uri="{FF2B5EF4-FFF2-40B4-BE49-F238E27FC236}">
                    <a16:creationId xmlns:a16="http://schemas.microsoft.com/office/drawing/2014/main" id="{7714A075-3639-4519-AA5E-BB8C66AD98C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Oval 161">
                <a:extLst>
                  <a:ext uri="{FF2B5EF4-FFF2-40B4-BE49-F238E27FC236}">
                    <a16:creationId xmlns:a16="http://schemas.microsoft.com/office/drawing/2014/main" id="{C9935CF5-1B4B-4695-AFAC-6D9A16F0C7C8}"/>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a:extLst>
                  <a:ext uri="{FF2B5EF4-FFF2-40B4-BE49-F238E27FC236}">
                    <a16:creationId xmlns:a16="http://schemas.microsoft.com/office/drawing/2014/main" id="{C41A35E7-7A97-4863-9502-5BCECCEF4228}"/>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a:extLst>
                  <a:ext uri="{FF2B5EF4-FFF2-40B4-BE49-F238E27FC236}">
                    <a16:creationId xmlns:a16="http://schemas.microsoft.com/office/drawing/2014/main" id="{11EB2960-154B-454B-877C-5F091670D252}"/>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Oval 164">
                <a:extLst>
                  <a:ext uri="{FF2B5EF4-FFF2-40B4-BE49-F238E27FC236}">
                    <a16:creationId xmlns:a16="http://schemas.microsoft.com/office/drawing/2014/main" id="{0371AF70-5D28-4BBB-9493-087622E0386E}"/>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a:extLst>
                  <a:ext uri="{FF2B5EF4-FFF2-40B4-BE49-F238E27FC236}">
                    <a16:creationId xmlns:a16="http://schemas.microsoft.com/office/drawing/2014/main" id="{D2F1F8DC-F58E-49D4-91E3-85F61E12F3E0}"/>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Oval 166">
                <a:extLst>
                  <a:ext uri="{FF2B5EF4-FFF2-40B4-BE49-F238E27FC236}">
                    <a16:creationId xmlns:a16="http://schemas.microsoft.com/office/drawing/2014/main" id="{4E230B08-640F-4352-84BF-D632E137D54E}"/>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5" name="Group 124">
              <a:extLst>
                <a:ext uri="{FF2B5EF4-FFF2-40B4-BE49-F238E27FC236}">
                  <a16:creationId xmlns:a16="http://schemas.microsoft.com/office/drawing/2014/main" id="{E9D79321-D215-4181-B7B5-6E83D3F90EEA}"/>
                </a:ext>
              </a:extLst>
            </p:cNvPr>
            <p:cNvGrpSpPr/>
            <p:nvPr/>
          </p:nvGrpSpPr>
          <p:grpSpPr>
            <a:xfrm rot="5400000">
              <a:off x="1055270" y="-284344"/>
              <a:ext cx="86591" cy="1729654"/>
              <a:chOff x="85292" y="59892"/>
              <a:chExt cx="86591" cy="1729654"/>
            </a:xfrm>
            <a:grpFill/>
          </p:grpSpPr>
          <p:sp>
            <p:nvSpPr>
              <p:cNvPr id="148" name="Oval 147">
                <a:extLst>
                  <a:ext uri="{FF2B5EF4-FFF2-40B4-BE49-F238E27FC236}">
                    <a16:creationId xmlns:a16="http://schemas.microsoft.com/office/drawing/2014/main" id="{91A2325B-90FB-4B3B-9B3E-5742ED7F6D05}"/>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Oval 148">
                <a:extLst>
                  <a:ext uri="{FF2B5EF4-FFF2-40B4-BE49-F238E27FC236}">
                    <a16:creationId xmlns:a16="http://schemas.microsoft.com/office/drawing/2014/main" id="{9587DC87-5BDA-4D33-9B80-B4CE8E797ADA}"/>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a:extLst>
                  <a:ext uri="{FF2B5EF4-FFF2-40B4-BE49-F238E27FC236}">
                    <a16:creationId xmlns:a16="http://schemas.microsoft.com/office/drawing/2014/main" id="{A7E49CED-B878-4F1D-97FD-F0D5FBA13C9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a:extLst>
                  <a:ext uri="{FF2B5EF4-FFF2-40B4-BE49-F238E27FC236}">
                    <a16:creationId xmlns:a16="http://schemas.microsoft.com/office/drawing/2014/main" id="{E4EB0D13-92C9-4227-85E9-42968549A3A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a:extLst>
                  <a:ext uri="{FF2B5EF4-FFF2-40B4-BE49-F238E27FC236}">
                    <a16:creationId xmlns:a16="http://schemas.microsoft.com/office/drawing/2014/main" id="{456749B0-5674-45E1-B4DB-A3DB15FE37F0}"/>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a:extLst>
                  <a:ext uri="{FF2B5EF4-FFF2-40B4-BE49-F238E27FC236}">
                    <a16:creationId xmlns:a16="http://schemas.microsoft.com/office/drawing/2014/main" id="{1FF90E95-A4E9-4220-9A93-EC0677C0AAC9}"/>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a:extLst>
                  <a:ext uri="{FF2B5EF4-FFF2-40B4-BE49-F238E27FC236}">
                    <a16:creationId xmlns:a16="http://schemas.microsoft.com/office/drawing/2014/main" id="{F1F06578-D017-4B76-ACFF-1DF22AD672DD}"/>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a:extLst>
                  <a:ext uri="{FF2B5EF4-FFF2-40B4-BE49-F238E27FC236}">
                    <a16:creationId xmlns:a16="http://schemas.microsoft.com/office/drawing/2014/main" id="{53111620-21A8-4D82-8F30-BABE40857A58}"/>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28BF1636-A4E1-407A-8D75-7C89541A4B01}"/>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a:extLst>
                  <a:ext uri="{FF2B5EF4-FFF2-40B4-BE49-F238E27FC236}">
                    <a16:creationId xmlns:a16="http://schemas.microsoft.com/office/drawing/2014/main" id="{D69FB0EC-49CB-470C-A688-D8EEF01C0C1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125">
              <a:extLst>
                <a:ext uri="{FF2B5EF4-FFF2-40B4-BE49-F238E27FC236}">
                  <a16:creationId xmlns:a16="http://schemas.microsoft.com/office/drawing/2014/main" id="{E78C7CF2-5B50-4FDE-945B-85F366423944}"/>
                </a:ext>
              </a:extLst>
            </p:cNvPr>
            <p:cNvGrpSpPr/>
            <p:nvPr/>
          </p:nvGrpSpPr>
          <p:grpSpPr>
            <a:xfrm rot="5400000">
              <a:off x="1055270" y="-30452"/>
              <a:ext cx="86591" cy="1729654"/>
              <a:chOff x="85292" y="59892"/>
              <a:chExt cx="86591" cy="1729654"/>
            </a:xfrm>
            <a:grpFill/>
          </p:grpSpPr>
          <p:sp>
            <p:nvSpPr>
              <p:cNvPr id="138" name="Oval 137">
                <a:extLst>
                  <a:ext uri="{FF2B5EF4-FFF2-40B4-BE49-F238E27FC236}">
                    <a16:creationId xmlns:a16="http://schemas.microsoft.com/office/drawing/2014/main" id="{80F752F0-D6D2-4C81-B51E-B41D0A5F370D}"/>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a:extLst>
                  <a:ext uri="{FF2B5EF4-FFF2-40B4-BE49-F238E27FC236}">
                    <a16:creationId xmlns:a16="http://schemas.microsoft.com/office/drawing/2014/main" id="{05721A32-45CF-4DAC-89CF-522A15558B8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a:extLst>
                  <a:ext uri="{FF2B5EF4-FFF2-40B4-BE49-F238E27FC236}">
                    <a16:creationId xmlns:a16="http://schemas.microsoft.com/office/drawing/2014/main" id="{1B15AC74-A498-4469-BE65-01CB7A6F7BE3}"/>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1FE29D41-6A85-4140-9F2D-26A3154F9D35}"/>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a:extLst>
                  <a:ext uri="{FF2B5EF4-FFF2-40B4-BE49-F238E27FC236}">
                    <a16:creationId xmlns:a16="http://schemas.microsoft.com/office/drawing/2014/main" id="{31F04094-164F-48B5-8AF3-79C2D48092E3}"/>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a:extLst>
                  <a:ext uri="{FF2B5EF4-FFF2-40B4-BE49-F238E27FC236}">
                    <a16:creationId xmlns:a16="http://schemas.microsoft.com/office/drawing/2014/main" id="{03C47591-C01F-4A21-A881-B3ADDBB5AF38}"/>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a:extLst>
                  <a:ext uri="{FF2B5EF4-FFF2-40B4-BE49-F238E27FC236}">
                    <a16:creationId xmlns:a16="http://schemas.microsoft.com/office/drawing/2014/main" id="{E0165459-0291-4E9A-B276-F5F43E9583E4}"/>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a:extLst>
                  <a:ext uri="{FF2B5EF4-FFF2-40B4-BE49-F238E27FC236}">
                    <a16:creationId xmlns:a16="http://schemas.microsoft.com/office/drawing/2014/main" id="{F850E9DC-097E-46B7-A242-1810A996BBF2}"/>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FEF33DE2-183A-4301-958F-9E1AD301A007}"/>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Oval 146">
                <a:extLst>
                  <a:ext uri="{FF2B5EF4-FFF2-40B4-BE49-F238E27FC236}">
                    <a16:creationId xmlns:a16="http://schemas.microsoft.com/office/drawing/2014/main" id="{9B6FCC23-E8EA-46D1-B589-AF25D9BFA639}"/>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7" name="Group 126">
              <a:extLst>
                <a:ext uri="{FF2B5EF4-FFF2-40B4-BE49-F238E27FC236}">
                  <a16:creationId xmlns:a16="http://schemas.microsoft.com/office/drawing/2014/main" id="{6E72CABD-5337-4E73-A16D-F3C6D2B7AACC}"/>
                </a:ext>
              </a:extLst>
            </p:cNvPr>
            <p:cNvGrpSpPr/>
            <p:nvPr/>
          </p:nvGrpSpPr>
          <p:grpSpPr>
            <a:xfrm rot="5400000">
              <a:off x="1055270" y="223441"/>
              <a:ext cx="86591" cy="1729654"/>
              <a:chOff x="85292" y="59892"/>
              <a:chExt cx="86591" cy="1729654"/>
            </a:xfrm>
            <a:grpFill/>
          </p:grpSpPr>
          <p:sp>
            <p:nvSpPr>
              <p:cNvPr id="128" name="Oval 127">
                <a:extLst>
                  <a:ext uri="{FF2B5EF4-FFF2-40B4-BE49-F238E27FC236}">
                    <a16:creationId xmlns:a16="http://schemas.microsoft.com/office/drawing/2014/main" id="{136A3317-CB32-4574-B664-CE93E62402DA}"/>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2F1A3F06-65C6-4314-B364-C613F20BC0E3}"/>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405FD8D2-2A72-41DC-97A1-3BBC3BA58C01}"/>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8223FC2C-3E81-479D-BCA9-27A74861B47C}"/>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33ECFB38-EC1C-436B-B1FF-4B3C85260109}"/>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a:extLst>
                  <a:ext uri="{FF2B5EF4-FFF2-40B4-BE49-F238E27FC236}">
                    <a16:creationId xmlns:a16="http://schemas.microsoft.com/office/drawing/2014/main" id="{EDC08F8F-07F7-4AA7-9F6E-4F3A4A77164C}"/>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a:extLst>
                  <a:ext uri="{FF2B5EF4-FFF2-40B4-BE49-F238E27FC236}">
                    <a16:creationId xmlns:a16="http://schemas.microsoft.com/office/drawing/2014/main" id="{57609A66-32D2-4EF0-9DCE-A2537AB10743}"/>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03B13ECD-F2C1-43A7-927A-ECAF48CE60B9}"/>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3B1D26A5-414D-4F83-8062-FFF3667BEF3A}"/>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a:extLst>
                  <a:ext uri="{FF2B5EF4-FFF2-40B4-BE49-F238E27FC236}">
                    <a16:creationId xmlns:a16="http://schemas.microsoft.com/office/drawing/2014/main" id="{91A00627-C25C-45AE-A80B-92DC6298D9A3}"/>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68" name="TextBox 167">
            <a:extLst>
              <a:ext uri="{FF2B5EF4-FFF2-40B4-BE49-F238E27FC236}">
                <a16:creationId xmlns:a16="http://schemas.microsoft.com/office/drawing/2014/main" id="{A12141E3-F0E6-459C-8E65-E7AB4EF76C3D}"/>
              </a:ext>
            </a:extLst>
          </p:cNvPr>
          <p:cNvSpPr txBox="1"/>
          <p:nvPr/>
        </p:nvSpPr>
        <p:spPr>
          <a:xfrm>
            <a:off x="1663336" y="453120"/>
            <a:ext cx="9004664" cy="523220"/>
          </a:xfrm>
          <a:prstGeom prst="rect">
            <a:avLst/>
          </a:prstGeom>
          <a:noFill/>
        </p:spPr>
        <p:txBody>
          <a:bodyPr wrap="square">
            <a:spAutoFit/>
          </a:bodyPr>
          <a:lstStyle/>
          <a:p>
            <a:pPr algn="ctr"/>
            <a:r>
              <a:rPr lang="en-US" sz="2800" dirty="0">
                <a:solidFill>
                  <a:srgbClr val="FFFFFF"/>
                </a:solidFill>
                <a:effectLst/>
                <a:latin typeface="Tahoma" panose="020B0604030504040204" pitchFamily="34" charset="0"/>
                <a:ea typeface="Tahoma" panose="020B0604030504040204" pitchFamily="34" charset="0"/>
              </a:rPr>
              <a:t>Insights: Revenue Trend Analysis</a:t>
            </a:r>
            <a:endParaRPr lang="en-US" sz="2800" dirty="0"/>
          </a:p>
        </p:txBody>
      </p:sp>
      <p:cxnSp>
        <p:nvCxnSpPr>
          <p:cNvPr id="169" name="Straight Connector 168">
            <a:extLst>
              <a:ext uri="{FF2B5EF4-FFF2-40B4-BE49-F238E27FC236}">
                <a16:creationId xmlns:a16="http://schemas.microsoft.com/office/drawing/2014/main" id="{DA9345A3-EF31-48A1-AC43-EA5C3A14F3B4}"/>
              </a:ext>
            </a:extLst>
          </p:cNvPr>
          <p:cNvCxnSpPr>
            <a:cxnSpLocks/>
          </p:cNvCxnSpPr>
          <p:nvPr/>
        </p:nvCxnSpPr>
        <p:spPr>
          <a:xfrm>
            <a:off x="933720" y="1123406"/>
            <a:ext cx="1063107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9" name="Picture 8">
            <a:extLst>
              <a:ext uri="{FF2B5EF4-FFF2-40B4-BE49-F238E27FC236}">
                <a16:creationId xmlns:a16="http://schemas.microsoft.com/office/drawing/2014/main" id="{EDB97C76-8D0D-4C7C-BB25-7D2B2D9693D5}"/>
              </a:ext>
            </a:extLst>
          </p:cNvPr>
          <p:cNvPicPr>
            <a:picLocks noChangeAspect="1"/>
          </p:cNvPicPr>
          <p:nvPr/>
        </p:nvPicPr>
        <p:blipFill>
          <a:blip r:embed="rId5"/>
          <a:stretch>
            <a:fillRect/>
          </a:stretch>
        </p:blipFill>
        <p:spPr>
          <a:xfrm>
            <a:off x="6049855" y="1135012"/>
            <a:ext cx="6096000" cy="2974160"/>
          </a:xfrm>
          <a:prstGeom prst="rect">
            <a:avLst/>
          </a:prstGeom>
        </p:spPr>
      </p:pic>
      <p:pic>
        <p:nvPicPr>
          <p:cNvPr id="16" name="Picture 15">
            <a:extLst>
              <a:ext uri="{FF2B5EF4-FFF2-40B4-BE49-F238E27FC236}">
                <a16:creationId xmlns:a16="http://schemas.microsoft.com/office/drawing/2014/main" id="{A59096FB-0D50-4E8F-9073-64FEB4A68F30}"/>
              </a:ext>
            </a:extLst>
          </p:cNvPr>
          <p:cNvPicPr>
            <a:picLocks noChangeAspect="1"/>
          </p:cNvPicPr>
          <p:nvPr/>
        </p:nvPicPr>
        <p:blipFill>
          <a:blip r:embed="rId6"/>
          <a:stretch>
            <a:fillRect/>
          </a:stretch>
        </p:blipFill>
        <p:spPr>
          <a:xfrm>
            <a:off x="6049855" y="4165120"/>
            <a:ext cx="6098849" cy="2692880"/>
          </a:xfrm>
          <a:prstGeom prst="rect">
            <a:avLst/>
          </a:prstGeom>
        </p:spPr>
      </p:pic>
      <p:sp>
        <p:nvSpPr>
          <p:cNvPr id="170" name="TextBox 169">
            <a:extLst>
              <a:ext uri="{FF2B5EF4-FFF2-40B4-BE49-F238E27FC236}">
                <a16:creationId xmlns:a16="http://schemas.microsoft.com/office/drawing/2014/main" id="{29976613-2D60-4629-BEF4-8FB38D00FD4E}"/>
              </a:ext>
            </a:extLst>
          </p:cNvPr>
          <p:cNvSpPr txBox="1"/>
          <p:nvPr/>
        </p:nvSpPr>
        <p:spPr>
          <a:xfrm>
            <a:off x="1795114" y="2084610"/>
            <a:ext cx="4005981" cy="4115166"/>
          </a:xfrm>
          <a:prstGeom prst="rect">
            <a:avLst/>
          </a:prstGeom>
          <a:noFill/>
        </p:spPr>
        <p:txBody>
          <a:bodyPr wrap="square">
            <a:spAutoFit/>
          </a:bodyPr>
          <a:lstStyle/>
          <a:p>
            <a:pPr>
              <a:lnSpc>
                <a:spcPct val="150000"/>
              </a:lnSpc>
            </a:pPr>
            <a:r>
              <a:rPr lang="en-US" sz="1600" b="0" i="0" dirty="0">
                <a:solidFill>
                  <a:srgbClr val="F0F6FC"/>
                </a:solidFill>
                <a:effectLst/>
                <a:latin typeface="-apple-system"/>
              </a:rPr>
              <a:t>As revenue increases towards the end of each year as shown by the MoM trend analysis, it is also worthy to note that revenue also increases towards the end of each month, and this could suggest that most customers are salary-earners and have a boost in their purchasing power when salaries are being paid towards the month-end.</a:t>
            </a:r>
            <a:br>
              <a:rPr lang="en-US" sz="1600" b="0" i="0" dirty="0">
                <a:solidFill>
                  <a:srgbClr val="F0F6FC"/>
                </a:solidFill>
                <a:effectLst/>
                <a:latin typeface="-apple-system"/>
              </a:rPr>
            </a:br>
            <a:br>
              <a:rPr lang="en-US" sz="1600" b="0" i="0" dirty="0">
                <a:solidFill>
                  <a:srgbClr val="F0F6FC"/>
                </a:solidFill>
                <a:effectLst/>
                <a:latin typeface="-apple-system"/>
              </a:rPr>
            </a:br>
            <a:r>
              <a:rPr lang="en-US" sz="1600" b="0" i="0" dirty="0">
                <a:solidFill>
                  <a:srgbClr val="F0F6FC"/>
                </a:solidFill>
                <a:effectLst/>
                <a:latin typeface="-apple-system"/>
              </a:rPr>
              <a:t>This could help in deciding which time of the month to run ads or discount.</a:t>
            </a:r>
            <a:endParaRPr lang="en-US" sz="1600" b="1" i="1" dirty="0"/>
          </a:p>
        </p:txBody>
      </p:sp>
      <p:pic>
        <p:nvPicPr>
          <p:cNvPr id="171" name="Image 8">
            <a:extLst>
              <a:ext uri="{FF2B5EF4-FFF2-40B4-BE49-F238E27FC236}">
                <a16:creationId xmlns:a16="http://schemas.microsoft.com/office/drawing/2014/main" id="{97501B08-E170-45D9-BEBF-83067726AE12}"/>
              </a:ext>
            </a:extLst>
          </p:cNvPr>
          <p:cNvPicPr/>
          <p:nvPr/>
        </p:nvPicPr>
        <p:blipFill>
          <a:blip r:embed="rId7" cstate="print"/>
          <a:stretch>
            <a:fillRect/>
          </a:stretch>
        </p:blipFill>
        <p:spPr>
          <a:xfrm>
            <a:off x="50606" y="125218"/>
            <a:ext cx="1189990" cy="380365"/>
          </a:xfrm>
          <a:prstGeom prst="rect">
            <a:avLst/>
          </a:prstGeom>
        </p:spPr>
      </p:pic>
    </p:spTree>
    <p:extLst>
      <p:ext uri="{BB962C8B-B14F-4D97-AF65-F5344CB8AC3E}">
        <p14:creationId xmlns:p14="http://schemas.microsoft.com/office/powerpoint/2010/main" val="1112291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42F45E7-7E3D-4589-9049-07B218C059A3}"/>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t="6117" b="9177"/>
          <a:stretch/>
        </p:blipFill>
        <p:spPr>
          <a:xfrm>
            <a:off x="0" y="0"/>
            <a:ext cx="12192000" cy="6858000"/>
          </a:xfrm>
          <a:prstGeom prst="rect">
            <a:avLst/>
          </a:prstGeom>
        </p:spPr>
      </p:pic>
      <p:sp>
        <p:nvSpPr>
          <p:cNvPr id="3" name="Rectangle 2">
            <a:extLst>
              <a:ext uri="{FF2B5EF4-FFF2-40B4-BE49-F238E27FC236}">
                <a16:creationId xmlns:a16="http://schemas.microsoft.com/office/drawing/2014/main" id="{16C990B1-4642-4784-8516-7A2BDEC39513}"/>
              </a:ext>
            </a:extLst>
          </p:cNvPr>
          <p:cNvSpPr/>
          <p:nvPr/>
        </p:nvSpPr>
        <p:spPr>
          <a:xfrm>
            <a:off x="0" y="0"/>
            <a:ext cx="12192000" cy="6858000"/>
          </a:xfrm>
          <a:prstGeom prst="rect">
            <a:avLst/>
          </a:prstGeom>
          <a:gradFill flip="none" rotWithShape="1">
            <a:gsLst>
              <a:gs pos="0">
                <a:schemeClr val="tx1">
                  <a:alpha val="95000"/>
                </a:schemeClr>
              </a:gs>
              <a:gs pos="100000">
                <a:schemeClr val="tx1">
                  <a:alpha val="95000"/>
                </a:schemeClr>
              </a:gs>
              <a:gs pos="49000">
                <a:schemeClr val="tx1">
                  <a:alpha val="80000"/>
                </a:schemeClr>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D559B658-F1DD-4235-A315-5FA31630973F}"/>
              </a:ext>
            </a:extLst>
          </p:cNvPr>
          <p:cNvSpPr/>
          <p:nvPr/>
        </p:nvSpPr>
        <p:spPr>
          <a:xfrm>
            <a:off x="8648700" y="5524500"/>
            <a:ext cx="3543300" cy="1047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41F1DEF-32DD-40D0-B63D-396863A5080A}"/>
              </a:ext>
            </a:extLst>
          </p:cNvPr>
          <p:cNvSpPr/>
          <p:nvPr/>
        </p:nvSpPr>
        <p:spPr>
          <a:xfrm>
            <a:off x="8243586" y="5723090"/>
            <a:ext cx="3543300" cy="650570"/>
          </a:xfrm>
          <a:prstGeom prst="rect">
            <a:avLst/>
          </a:prstGeom>
          <a:pattFill prst="dkDnDiag">
            <a:fgClr>
              <a:schemeClr val="accent6"/>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B5DE0E6C-D4E2-46CE-95B9-CFEF563B5642}"/>
              </a:ext>
            </a:extLst>
          </p:cNvPr>
          <p:cNvSpPr/>
          <p:nvPr/>
        </p:nvSpPr>
        <p:spPr>
          <a:xfrm>
            <a:off x="-1536702" y="-1549402"/>
            <a:ext cx="3829958" cy="3829958"/>
          </a:xfrm>
          <a:custGeom>
            <a:avLst/>
            <a:gdLst>
              <a:gd name="connsiteX0" fmla="*/ 1914979 w 3829958"/>
              <a:gd name="connsiteY0" fmla="*/ 0 h 3829958"/>
              <a:gd name="connsiteX1" fmla="*/ 3829958 w 3829958"/>
              <a:gd name="connsiteY1" fmla="*/ 1914979 h 3829958"/>
              <a:gd name="connsiteX2" fmla="*/ 3743864 w 3829958"/>
              <a:gd name="connsiteY2" fmla="*/ 2484435 h 3829958"/>
              <a:gd name="connsiteX3" fmla="*/ 3736535 w 3829958"/>
              <a:gd name="connsiteY3" fmla="*/ 2504461 h 3829958"/>
              <a:gd name="connsiteX4" fmla="*/ 3691901 w 3829958"/>
              <a:gd name="connsiteY4" fmla="*/ 2490606 h 3829958"/>
              <a:gd name="connsiteX5" fmla="*/ 3555553 w 3829958"/>
              <a:gd name="connsiteY5" fmla="*/ 2476861 h 3829958"/>
              <a:gd name="connsiteX6" fmla="*/ 2879005 w 3829958"/>
              <a:gd name="connsiteY6" fmla="*/ 3153409 h 3829958"/>
              <a:gd name="connsiteX7" fmla="*/ 2932172 w 3829958"/>
              <a:gd name="connsiteY7" fmla="*/ 3416752 h 3829958"/>
              <a:gd name="connsiteX8" fmla="*/ 2980604 w 3829958"/>
              <a:gd name="connsiteY8" fmla="*/ 3505983 h 3829958"/>
              <a:gd name="connsiteX9" fmla="*/ 2827772 w 3829958"/>
              <a:gd name="connsiteY9" fmla="*/ 3598830 h 3829958"/>
              <a:gd name="connsiteX10" fmla="*/ 1914979 w 3829958"/>
              <a:gd name="connsiteY10" fmla="*/ 3829958 h 3829958"/>
              <a:gd name="connsiteX11" fmla="*/ 0 w 3829958"/>
              <a:gd name="connsiteY11" fmla="*/ 1914979 h 3829958"/>
              <a:gd name="connsiteX12" fmla="*/ 1914979 w 3829958"/>
              <a:gd name="connsiteY12" fmla="*/ 0 h 3829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29958" h="3829958">
                <a:moveTo>
                  <a:pt x="1914979" y="0"/>
                </a:moveTo>
                <a:cubicBezTo>
                  <a:pt x="2972593" y="0"/>
                  <a:pt x="3829958" y="857365"/>
                  <a:pt x="3829958" y="1914979"/>
                </a:cubicBezTo>
                <a:cubicBezTo>
                  <a:pt x="3829958" y="2113282"/>
                  <a:pt x="3799816" y="2304544"/>
                  <a:pt x="3743864" y="2484435"/>
                </a:cubicBezTo>
                <a:lnTo>
                  <a:pt x="3736535" y="2504461"/>
                </a:lnTo>
                <a:lnTo>
                  <a:pt x="3691901" y="2490606"/>
                </a:lnTo>
                <a:cubicBezTo>
                  <a:pt x="3647859" y="2481594"/>
                  <a:pt x="3602259" y="2476861"/>
                  <a:pt x="3555553" y="2476861"/>
                </a:cubicBezTo>
                <a:cubicBezTo>
                  <a:pt x="3181906" y="2476861"/>
                  <a:pt x="2879005" y="2779762"/>
                  <a:pt x="2879005" y="3153409"/>
                </a:cubicBezTo>
                <a:cubicBezTo>
                  <a:pt x="2879005" y="3246821"/>
                  <a:pt x="2897936" y="3335811"/>
                  <a:pt x="2932172" y="3416752"/>
                </a:cubicBezTo>
                <a:lnTo>
                  <a:pt x="2980604" y="3505983"/>
                </a:lnTo>
                <a:lnTo>
                  <a:pt x="2827772" y="3598830"/>
                </a:lnTo>
                <a:cubicBezTo>
                  <a:pt x="2556432" y="3746231"/>
                  <a:pt x="2245483" y="3829958"/>
                  <a:pt x="1914979" y="3829958"/>
                </a:cubicBezTo>
                <a:cubicBezTo>
                  <a:pt x="857365" y="3829958"/>
                  <a:pt x="0" y="2972593"/>
                  <a:pt x="0" y="1914979"/>
                </a:cubicBezTo>
                <a:cubicBezTo>
                  <a:pt x="0" y="857365"/>
                  <a:pt x="857365" y="0"/>
                  <a:pt x="1914979" y="0"/>
                </a:cubicBezTo>
                <a:close/>
              </a:path>
            </a:pathLst>
          </a:custGeom>
          <a:pattFill prst="dkUp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Oval 6">
            <a:extLst>
              <a:ext uri="{FF2B5EF4-FFF2-40B4-BE49-F238E27FC236}">
                <a16:creationId xmlns:a16="http://schemas.microsoft.com/office/drawing/2014/main" id="{B3693BA1-2B08-47EB-AEAD-0DFA8395B271}"/>
              </a:ext>
            </a:extLst>
          </p:cNvPr>
          <p:cNvSpPr/>
          <p:nvPr/>
        </p:nvSpPr>
        <p:spPr>
          <a:xfrm>
            <a:off x="-1938848" y="-1951547"/>
            <a:ext cx="4634248" cy="4634248"/>
          </a:xfrm>
          <a:prstGeom prst="ellipse">
            <a:avLst/>
          </a:prstGeom>
          <a:noFill/>
          <a:ln w="19050">
            <a:solidFill>
              <a:schemeClr val="accent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B622297-A54D-4617-9EBC-CF6D576C5224}"/>
              </a:ext>
            </a:extLst>
          </p:cNvPr>
          <p:cNvSpPr/>
          <p:nvPr/>
        </p:nvSpPr>
        <p:spPr>
          <a:xfrm>
            <a:off x="1556761" y="1141917"/>
            <a:ext cx="924183" cy="92418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80318C4-BCDD-4311-A18F-9265B87A270B}"/>
              </a:ext>
            </a:extLst>
          </p:cNvPr>
          <p:cNvSpPr/>
          <p:nvPr/>
        </p:nvSpPr>
        <p:spPr>
          <a:xfrm rot="10800000">
            <a:off x="8445500" y="5617650"/>
            <a:ext cx="1041400" cy="2108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F698AE66-5967-4786-9D8F-1A725F6FC702}"/>
              </a:ext>
            </a:extLst>
          </p:cNvPr>
          <p:cNvGrpSpPr/>
          <p:nvPr/>
        </p:nvGrpSpPr>
        <p:grpSpPr>
          <a:xfrm>
            <a:off x="10420350" y="285750"/>
            <a:ext cx="804758" cy="144689"/>
            <a:chOff x="4455886" y="479425"/>
            <a:chExt cx="804758" cy="144689"/>
          </a:xfrm>
        </p:grpSpPr>
        <p:cxnSp>
          <p:nvCxnSpPr>
            <p:cNvPr id="15" name="Straight Connector 14">
              <a:extLst>
                <a:ext uri="{FF2B5EF4-FFF2-40B4-BE49-F238E27FC236}">
                  <a16:creationId xmlns:a16="http://schemas.microsoft.com/office/drawing/2014/main" id="{8F1A76E1-D6D8-4852-85B9-7FDD5ABBF3BB}"/>
                </a:ext>
              </a:extLst>
            </p:cNvPr>
            <p:cNvCxnSpPr>
              <a:cxnSpLocks/>
            </p:cNvCxnSpPr>
            <p:nvPr/>
          </p:nvCxnSpPr>
          <p:spPr>
            <a:xfrm flipH="1">
              <a:off x="445588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47E7E72-EC7D-477B-8049-BBFC86FEFF13}"/>
                </a:ext>
              </a:extLst>
            </p:cNvPr>
            <p:cNvCxnSpPr>
              <a:cxnSpLocks/>
            </p:cNvCxnSpPr>
            <p:nvPr/>
          </p:nvCxnSpPr>
          <p:spPr>
            <a:xfrm flipH="1">
              <a:off x="460384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BAB7941-03C6-4F12-9E04-9077539D8580}"/>
                </a:ext>
              </a:extLst>
            </p:cNvPr>
            <p:cNvCxnSpPr>
              <a:cxnSpLocks/>
            </p:cNvCxnSpPr>
            <p:nvPr/>
          </p:nvCxnSpPr>
          <p:spPr>
            <a:xfrm flipH="1">
              <a:off x="475179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49FD28-7095-45B9-A159-1411E0D082CF}"/>
                </a:ext>
              </a:extLst>
            </p:cNvPr>
            <p:cNvCxnSpPr>
              <a:cxnSpLocks/>
            </p:cNvCxnSpPr>
            <p:nvPr/>
          </p:nvCxnSpPr>
          <p:spPr>
            <a:xfrm flipH="1">
              <a:off x="489975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94CE044-D8F7-478D-AC0F-4B7B7EC81420}"/>
                </a:ext>
              </a:extLst>
            </p:cNvPr>
            <p:cNvCxnSpPr>
              <a:cxnSpLocks/>
            </p:cNvCxnSpPr>
            <p:nvPr/>
          </p:nvCxnSpPr>
          <p:spPr>
            <a:xfrm flipH="1">
              <a:off x="504770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4DFADAC-57F4-4EB2-9CF7-1020DEA1EB0C}"/>
                </a:ext>
              </a:extLst>
            </p:cNvPr>
            <p:cNvCxnSpPr>
              <a:cxnSpLocks/>
            </p:cNvCxnSpPr>
            <p:nvPr/>
          </p:nvCxnSpPr>
          <p:spPr>
            <a:xfrm flipH="1">
              <a:off x="519566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24" name="Straight Connector 23">
            <a:extLst>
              <a:ext uri="{FF2B5EF4-FFF2-40B4-BE49-F238E27FC236}">
                <a16:creationId xmlns:a16="http://schemas.microsoft.com/office/drawing/2014/main" id="{B0A8832C-24F7-4903-86A4-6AE9F1C8E555}"/>
              </a:ext>
            </a:extLst>
          </p:cNvPr>
          <p:cNvCxnSpPr>
            <a:cxnSpLocks/>
          </p:cNvCxnSpPr>
          <p:nvPr/>
        </p:nvCxnSpPr>
        <p:spPr>
          <a:xfrm flipH="1">
            <a:off x="11201400" y="358094"/>
            <a:ext cx="981075"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C96E1AB-AAFA-4C31-A014-04B75B16B1D9}"/>
              </a:ext>
            </a:extLst>
          </p:cNvPr>
          <p:cNvCxnSpPr>
            <a:cxnSpLocks/>
          </p:cNvCxnSpPr>
          <p:nvPr/>
        </p:nvCxnSpPr>
        <p:spPr>
          <a:xfrm>
            <a:off x="895816" y="2627086"/>
            <a:ext cx="0" cy="4211864"/>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D8E0974-BC24-4BA5-97A3-EC9ED8F4A343}"/>
              </a:ext>
            </a:extLst>
          </p:cNvPr>
          <p:cNvCxnSpPr>
            <a:cxnSpLocks/>
          </p:cNvCxnSpPr>
          <p:nvPr/>
        </p:nvCxnSpPr>
        <p:spPr>
          <a:xfrm>
            <a:off x="529166" y="4838700"/>
            <a:ext cx="0" cy="200025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C026667-799F-4EB6-B96F-4D9051F3C6F9}"/>
              </a:ext>
            </a:extLst>
          </p:cNvPr>
          <p:cNvCxnSpPr>
            <a:cxnSpLocks/>
          </p:cNvCxnSpPr>
          <p:nvPr/>
        </p:nvCxnSpPr>
        <p:spPr>
          <a:xfrm>
            <a:off x="232283" y="6248400"/>
            <a:ext cx="0" cy="59055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C476F0D7-F33E-4A33-9A25-D15E7B57E91D}"/>
              </a:ext>
            </a:extLst>
          </p:cNvPr>
          <p:cNvGrpSpPr/>
          <p:nvPr/>
        </p:nvGrpSpPr>
        <p:grpSpPr>
          <a:xfrm>
            <a:off x="2563916" y="358094"/>
            <a:ext cx="1729654" cy="848268"/>
            <a:chOff x="233739" y="283295"/>
            <a:chExt cx="1729654" cy="848268"/>
          </a:xfrm>
          <a:gradFill>
            <a:gsLst>
              <a:gs pos="0">
                <a:schemeClr val="accent3"/>
              </a:gs>
              <a:gs pos="100000">
                <a:schemeClr val="tx1">
                  <a:alpha val="0"/>
                </a:schemeClr>
              </a:gs>
            </a:gsLst>
            <a:lin ang="0" scaled="1"/>
          </a:gradFill>
        </p:grpSpPr>
        <p:grpSp>
          <p:nvGrpSpPr>
            <p:cNvPr id="34" name="Group 33">
              <a:extLst>
                <a:ext uri="{FF2B5EF4-FFF2-40B4-BE49-F238E27FC236}">
                  <a16:creationId xmlns:a16="http://schemas.microsoft.com/office/drawing/2014/main" id="{75D90828-5100-410A-8A8E-4687D38638FA}"/>
                </a:ext>
              </a:extLst>
            </p:cNvPr>
            <p:cNvGrpSpPr/>
            <p:nvPr/>
          </p:nvGrpSpPr>
          <p:grpSpPr>
            <a:xfrm rot="5400000">
              <a:off x="1055270" y="-538236"/>
              <a:ext cx="86591" cy="1729654"/>
              <a:chOff x="85292" y="59892"/>
              <a:chExt cx="86591" cy="1729654"/>
            </a:xfrm>
            <a:grpFill/>
          </p:grpSpPr>
          <p:sp>
            <p:nvSpPr>
              <p:cNvPr id="68" name="Oval 67">
                <a:extLst>
                  <a:ext uri="{FF2B5EF4-FFF2-40B4-BE49-F238E27FC236}">
                    <a16:creationId xmlns:a16="http://schemas.microsoft.com/office/drawing/2014/main" id="{81DCCFD7-E0A5-47AD-986F-4F362EFA64B4}"/>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CFB457A8-22BF-445D-8BE4-A5F0B8F28315}"/>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F9CE3CC5-6A7F-4EDF-98E8-87C0423E576A}"/>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BC7124F4-4C3D-4E37-BAE9-9EDED01A0EA0}"/>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D535BD03-2F0C-4000-88DC-929BE058361D}"/>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E3252F64-CB94-446A-9777-533DA0DFB361}"/>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EBA391DC-019F-4A84-880F-EE19B975D245}"/>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B1664578-5E45-4F3B-87FF-5CACEC9B8DFA}"/>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E03CCC18-FFEA-4FB8-9EFD-6C14B821CC83}"/>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69A5247D-C922-46D3-8D5E-C5BA40B504A7}"/>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2163A3C6-F6A5-4A7C-9540-CE170FFD1C11}"/>
                </a:ext>
              </a:extLst>
            </p:cNvPr>
            <p:cNvGrpSpPr/>
            <p:nvPr/>
          </p:nvGrpSpPr>
          <p:grpSpPr>
            <a:xfrm rot="5400000">
              <a:off x="1055270" y="-284344"/>
              <a:ext cx="86591" cy="1729654"/>
              <a:chOff x="85292" y="59892"/>
              <a:chExt cx="86591" cy="1729654"/>
            </a:xfrm>
            <a:grpFill/>
          </p:grpSpPr>
          <p:sp>
            <p:nvSpPr>
              <p:cNvPr id="58" name="Oval 57">
                <a:extLst>
                  <a:ext uri="{FF2B5EF4-FFF2-40B4-BE49-F238E27FC236}">
                    <a16:creationId xmlns:a16="http://schemas.microsoft.com/office/drawing/2014/main" id="{A38A5E62-0408-4617-838D-0C50A772158D}"/>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6D471D9B-B1A8-4A13-B904-D1F99AE2A052}"/>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59015498-9B56-4E63-A85E-C9F3BC12C5F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072DCEF1-0785-4B65-AE1F-56F85C2FF31B}"/>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FF75C609-B566-4B1B-9ADD-14310F3129D9}"/>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3EB0BFA9-3F87-437F-A039-56CC41037663}"/>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976DEC39-9D0A-44FB-9A62-C28F18F749C5}"/>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670AA069-8264-4C03-B5A9-69BC6E2AFA16}"/>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DEB57F6E-1D9B-4351-8C01-E6CF70C574FE}"/>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4DC638D5-8901-4644-ABD5-35D803D1D606}"/>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E0884EA3-8932-4332-B434-E341678CD491}"/>
                </a:ext>
              </a:extLst>
            </p:cNvPr>
            <p:cNvGrpSpPr/>
            <p:nvPr/>
          </p:nvGrpSpPr>
          <p:grpSpPr>
            <a:xfrm rot="5400000">
              <a:off x="1055270" y="-30452"/>
              <a:ext cx="86591" cy="1729654"/>
              <a:chOff x="85292" y="59892"/>
              <a:chExt cx="86591" cy="1729654"/>
            </a:xfrm>
            <a:grpFill/>
          </p:grpSpPr>
          <p:sp>
            <p:nvSpPr>
              <p:cNvPr id="48" name="Oval 47">
                <a:extLst>
                  <a:ext uri="{FF2B5EF4-FFF2-40B4-BE49-F238E27FC236}">
                    <a16:creationId xmlns:a16="http://schemas.microsoft.com/office/drawing/2014/main" id="{5F088E95-F67A-4E2A-96CD-096E878B2397}"/>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BF7EA06-3AB5-4176-BCF5-EA49597E187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0303BAB0-F36E-4FFC-8AC9-E888B036E05B}"/>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BDCEEE51-8A01-450A-BBB6-2EE82FAD25C7}"/>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AF7E0978-36BC-4FFC-BC62-78004EC6545F}"/>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26E88A2D-E06A-4B31-897A-F29D5BCA6059}"/>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CABE59FC-4023-4E7D-8847-A16CB70E1FF1}"/>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CC430C89-D3C1-4F61-A6C8-16EF64470952}"/>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54358A37-A5A9-4A84-B2DD-B5FB8BE394EA}"/>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E11FDEA4-5CF8-46B6-B19D-5C4AE81BF77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D4429CDA-BCA9-4826-A6E2-7306FC4012FB}"/>
                </a:ext>
              </a:extLst>
            </p:cNvPr>
            <p:cNvGrpSpPr/>
            <p:nvPr/>
          </p:nvGrpSpPr>
          <p:grpSpPr>
            <a:xfrm rot="5400000">
              <a:off x="1055270" y="223441"/>
              <a:ext cx="86591" cy="1729654"/>
              <a:chOff x="85292" y="59892"/>
              <a:chExt cx="86591" cy="1729654"/>
            </a:xfrm>
            <a:grpFill/>
          </p:grpSpPr>
          <p:sp>
            <p:nvSpPr>
              <p:cNvPr id="38" name="Oval 37">
                <a:extLst>
                  <a:ext uri="{FF2B5EF4-FFF2-40B4-BE49-F238E27FC236}">
                    <a16:creationId xmlns:a16="http://schemas.microsoft.com/office/drawing/2014/main" id="{E4547F50-1583-4489-88DA-074C4B15BE50}"/>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6D963E37-01FA-483F-97B8-283894A51733}"/>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FB26921C-9545-4AC1-A39D-97CC01AA7DED}"/>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C7F50F07-F94F-4240-B23B-19737864FC3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63E80846-CB79-4D2B-89D5-4FE39182BD64}"/>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37088A44-5D33-4105-8791-905E8F2ED162}"/>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4309E6E7-66E4-43A5-AF5B-98CCB5A6D217}"/>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50032B6A-F2E9-4056-9271-31D8BF23E443}"/>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F62B9C11-1F77-44B5-899A-12FC9D4A3236}"/>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AA822719-F362-49F2-BF1A-E07F246EFBDF}"/>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8" name="Group 77">
            <a:extLst>
              <a:ext uri="{FF2B5EF4-FFF2-40B4-BE49-F238E27FC236}">
                <a16:creationId xmlns:a16="http://schemas.microsoft.com/office/drawing/2014/main" id="{C13D135F-54DE-4187-AC61-D78180B82C45}"/>
              </a:ext>
            </a:extLst>
          </p:cNvPr>
          <p:cNvGrpSpPr/>
          <p:nvPr/>
        </p:nvGrpSpPr>
        <p:grpSpPr>
          <a:xfrm>
            <a:off x="10260116" y="5025344"/>
            <a:ext cx="1729654" cy="848268"/>
            <a:chOff x="233739" y="283295"/>
            <a:chExt cx="1729654" cy="848268"/>
          </a:xfrm>
          <a:gradFill>
            <a:gsLst>
              <a:gs pos="0">
                <a:schemeClr val="accent3"/>
              </a:gs>
              <a:gs pos="100000">
                <a:schemeClr val="tx1">
                  <a:alpha val="0"/>
                </a:schemeClr>
              </a:gs>
            </a:gsLst>
            <a:lin ang="0" scaled="1"/>
          </a:gradFill>
        </p:grpSpPr>
        <p:grpSp>
          <p:nvGrpSpPr>
            <p:cNvPr id="79" name="Group 78">
              <a:extLst>
                <a:ext uri="{FF2B5EF4-FFF2-40B4-BE49-F238E27FC236}">
                  <a16:creationId xmlns:a16="http://schemas.microsoft.com/office/drawing/2014/main" id="{C8596B4A-332B-4DF9-964B-58055561AB9D}"/>
                </a:ext>
              </a:extLst>
            </p:cNvPr>
            <p:cNvGrpSpPr/>
            <p:nvPr/>
          </p:nvGrpSpPr>
          <p:grpSpPr>
            <a:xfrm rot="5400000">
              <a:off x="1055270" y="-538236"/>
              <a:ext cx="86591" cy="1729654"/>
              <a:chOff x="85292" y="59892"/>
              <a:chExt cx="86591" cy="1729654"/>
            </a:xfrm>
            <a:grpFill/>
          </p:grpSpPr>
          <p:sp>
            <p:nvSpPr>
              <p:cNvPr id="113" name="Oval 112">
                <a:extLst>
                  <a:ext uri="{FF2B5EF4-FFF2-40B4-BE49-F238E27FC236}">
                    <a16:creationId xmlns:a16="http://schemas.microsoft.com/office/drawing/2014/main" id="{7089744E-FA18-468B-AAB3-5708BA336F44}"/>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0D9E6EAE-84CC-44BE-8470-02AF07EFE40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a:extLst>
                  <a:ext uri="{FF2B5EF4-FFF2-40B4-BE49-F238E27FC236}">
                    <a16:creationId xmlns:a16="http://schemas.microsoft.com/office/drawing/2014/main" id="{6A9A00CF-96C1-4049-BA32-48C7F14190C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1B205536-8343-4753-8C3C-6EBAD27CB025}"/>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FFE1934F-0BA2-4B7F-8C40-2B8A30E23D43}"/>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39D6ECF3-87B6-456E-A872-B472FC3E78EA}"/>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B070C7AC-0E68-48F9-B7A5-C39C9370F9ED}"/>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CE8DDDFF-8040-4BEA-AE98-38E72EAFA225}"/>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F37BA6A8-B41B-44F7-80B9-DDC6DBBD46FF}"/>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E055EE7C-F064-42A2-8872-9B6A1FE5B1C4}"/>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0" name="Group 79">
              <a:extLst>
                <a:ext uri="{FF2B5EF4-FFF2-40B4-BE49-F238E27FC236}">
                  <a16:creationId xmlns:a16="http://schemas.microsoft.com/office/drawing/2014/main" id="{EECCF488-A5E3-4BA6-9C2A-9D42966EC4C7}"/>
                </a:ext>
              </a:extLst>
            </p:cNvPr>
            <p:cNvGrpSpPr/>
            <p:nvPr/>
          </p:nvGrpSpPr>
          <p:grpSpPr>
            <a:xfrm rot="5400000">
              <a:off x="1055270" y="-284344"/>
              <a:ext cx="86591" cy="1729654"/>
              <a:chOff x="85292" y="59892"/>
              <a:chExt cx="86591" cy="1729654"/>
            </a:xfrm>
            <a:grpFill/>
          </p:grpSpPr>
          <p:sp>
            <p:nvSpPr>
              <p:cNvPr id="103" name="Oval 102">
                <a:extLst>
                  <a:ext uri="{FF2B5EF4-FFF2-40B4-BE49-F238E27FC236}">
                    <a16:creationId xmlns:a16="http://schemas.microsoft.com/office/drawing/2014/main" id="{0E42244A-7AA6-453D-B12B-F427F4D64F0E}"/>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4FBC28B3-941C-4E3B-91C4-DAB4186DCBC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D4E23335-3D76-421A-A455-D3E75C21F314}"/>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831EDD80-EEF3-4CB2-B523-52A7633A6C38}"/>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15C6C3B7-66FB-4502-AA4A-4494C7079A38}"/>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8F610EBE-B34C-4B1C-A526-53B0B548B0C4}"/>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E740292B-3A54-44CB-8030-D451E034C52F}"/>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D4893017-2A88-4489-BD53-8FA9D91043ED}"/>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BD55C28F-69B6-4462-B8D2-EF6487547A8B}"/>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B1AC7914-4D7B-4804-BB25-98795DFBBE7B}"/>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AA18B733-BFB7-4FD4-ABDE-08285BB754DD}"/>
                </a:ext>
              </a:extLst>
            </p:cNvPr>
            <p:cNvGrpSpPr/>
            <p:nvPr/>
          </p:nvGrpSpPr>
          <p:grpSpPr>
            <a:xfrm rot="5400000">
              <a:off x="1055270" y="-30452"/>
              <a:ext cx="86591" cy="1729654"/>
              <a:chOff x="85292" y="59892"/>
              <a:chExt cx="86591" cy="1729654"/>
            </a:xfrm>
            <a:grpFill/>
          </p:grpSpPr>
          <p:sp>
            <p:nvSpPr>
              <p:cNvPr id="93" name="Oval 92">
                <a:extLst>
                  <a:ext uri="{FF2B5EF4-FFF2-40B4-BE49-F238E27FC236}">
                    <a16:creationId xmlns:a16="http://schemas.microsoft.com/office/drawing/2014/main" id="{340D1657-54A1-46F3-B1DC-998063F67812}"/>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C1669A70-1DAC-498F-AB5C-8E8050B209D0}"/>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EF52E370-21DD-4B9E-971A-B72A552BC725}"/>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867B3439-6708-452C-8E7D-7ACC2C83F622}"/>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39A99387-5750-40CA-A2C3-6093B03200A4}"/>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77CD4979-8E37-4A55-BAE6-4702AAA82F15}"/>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72B9F5C5-E9ED-40B1-A850-67D8CF81FB0C}"/>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6DB136E8-23B5-485C-81F9-65B6E3556C2F}"/>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AE5A1B14-04E3-461A-BCA8-4254D4D84005}"/>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05E07A7D-4B74-4882-AB43-BBBB303B9F6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 name="Group 81">
              <a:extLst>
                <a:ext uri="{FF2B5EF4-FFF2-40B4-BE49-F238E27FC236}">
                  <a16:creationId xmlns:a16="http://schemas.microsoft.com/office/drawing/2014/main" id="{CE0EC56B-FD84-4BEA-B1F3-0B181EB8211E}"/>
                </a:ext>
              </a:extLst>
            </p:cNvPr>
            <p:cNvGrpSpPr/>
            <p:nvPr/>
          </p:nvGrpSpPr>
          <p:grpSpPr>
            <a:xfrm rot="5400000">
              <a:off x="1055270" y="223441"/>
              <a:ext cx="86591" cy="1729654"/>
              <a:chOff x="85292" y="59892"/>
              <a:chExt cx="86591" cy="1729654"/>
            </a:xfrm>
            <a:grpFill/>
          </p:grpSpPr>
          <p:sp>
            <p:nvSpPr>
              <p:cNvPr id="83" name="Oval 82">
                <a:extLst>
                  <a:ext uri="{FF2B5EF4-FFF2-40B4-BE49-F238E27FC236}">
                    <a16:creationId xmlns:a16="http://schemas.microsoft.com/office/drawing/2014/main" id="{35F804F5-26BA-436E-B40B-B30E284EC6EA}"/>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3E4AA924-361E-4477-93B5-5CBF68B0B88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8D5CCCF6-FB7D-4579-B0D9-891F9F500D4B}"/>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A9F21A39-8D85-4650-AD05-75689CDA9D7F}"/>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FCD21955-8A08-4D03-B59A-9C03F93E8CFD}"/>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6F1A9CEA-3ECE-48BC-9EB9-0642C7DC2977}"/>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04CE57BE-8602-41CB-8971-5D7E9BA4F21C}"/>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723CD544-17A7-4A26-8C21-949FF32C455C}"/>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C016A52F-5E0B-46A6-9565-F264E4E4662C}"/>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5C314357-2C06-4593-A9EE-822A1DE6D77B}"/>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3" name="Group 122">
            <a:extLst>
              <a:ext uri="{FF2B5EF4-FFF2-40B4-BE49-F238E27FC236}">
                <a16:creationId xmlns:a16="http://schemas.microsoft.com/office/drawing/2014/main" id="{F184C3A3-073C-4EF4-ADD6-2254197028A5}"/>
              </a:ext>
            </a:extLst>
          </p:cNvPr>
          <p:cNvGrpSpPr/>
          <p:nvPr/>
        </p:nvGrpSpPr>
        <p:grpSpPr>
          <a:xfrm rot="16200000">
            <a:off x="-23244" y="5404397"/>
            <a:ext cx="1729654" cy="848268"/>
            <a:chOff x="233739" y="283295"/>
            <a:chExt cx="1729654" cy="848268"/>
          </a:xfrm>
          <a:gradFill>
            <a:gsLst>
              <a:gs pos="0">
                <a:schemeClr val="accent3"/>
              </a:gs>
              <a:gs pos="100000">
                <a:schemeClr val="tx1">
                  <a:alpha val="0"/>
                </a:schemeClr>
              </a:gs>
            </a:gsLst>
            <a:lin ang="0" scaled="1"/>
          </a:gradFill>
        </p:grpSpPr>
        <p:grpSp>
          <p:nvGrpSpPr>
            <p:cNvPr id="124" name="Group 123">
              <a:extLst>
                <a:ext uri="{FF2B5EF4-FFF2-40B4-BE49-F238E27FC236}">
                  <a16:creationId xmlns:a16="http://schemas.microsoft.com/office/drawing/2014/main" id="{2F1BCD85-0C1D-4C81-A1CF-64000091D4E6}"/>
                </a:ext>
              </a:extLst>
            </p:cNvPr>
            <p:cNvGrpSpPr/>
            <p:nvPr/>
          </p:nvGrpSpPr>
          <p:grpSpPr>
            <a:xfrm rot="5400000">
              <a:off x="1055270" y="-538236"/>
              <a:ext cx="86591" cy="1729654"/>
              <a:chOff x="85292" y="59892"/>
              <a:chExt cx="86591" cy="1729654"/>
            </a:xfrm>
            <a:grpFill/>
          </p:grpSpPr>
          <p:sp>
            <p:nvSpPr>
              <p:cNvPr id="158" name="Oval 157">
                <a:extLst>
                  <a:ext uri="{FF2B5EF4-FFF2-40B4-BE49-F238E27FC236}">
                    <a16:creationId xmlns:a16="http://schemas.microsoft.com/office/drawing/2014/main" id="{FF2373DD-0104-4E61-B137-E791C61E9FB7}"/>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a:extLst>
                  <a:ext uri="{FF2B5EF4-FFF2-40B4-BE49-F238E27FC236}">
                    <a16:creationId xmlns:a16="http://schemas.microsoft.com/office/drawing/2014/main" id="{345AC7EC-89B0-4DAF-ABE1-917D9391A4A7}"/>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a:extLst>
                  <a:ext uri="{FF2B5EF4-FFF2-40B4-BE49-F238E27FC236}">
                    <a16:creationId xmlns:a16="http://schemas.microsoft.com/office/drawing/2014/main" id="{5C8C5AE6-1949-4756-896F-650D73091547}"/>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Oval 160">
                <a:extLst>
                  <a:ext uri="{FF2B5EF4-FFF2-40B4-BE49-F238E27FC236}">
                    <a16:creationId xmlns:a16="http://schemas.microsoft.com/office/drawing/2014/main" id="{7714A075-3639-4519-AA5E-BB8C66AD98C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Oval 161">
                <a:extLst>
                  <a:ext uri="{FF2B5EF4-FFF2-40B4-BE49-F238E27FC236}">
                    <a16:creationId xmlns:a16="http://schemas.microsoft.com/office/drawing/2014/main" id="{C9935CF5-1B4B-4695-AFAC-6D9A16F0C7C8}"/>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a:extLst>
                  <a:ext uri="{FF2B5EF4-FFF2-40B4-BE49-F238E27FC236}">
                    <a16:creationId xmlns:a16="http://schemas.microsoft.com/office/drawing/2014/main" id="{C41A35E7-7A97-4863-9502-5BCECCEF4228}"/>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a:extLst>
                  <a:ext uri="{FF2B5EF4-FFF2-40B4-BE49-F238E27FC236}">
                    <a16:creationId xmlns:a16="http://schemas.microsoft.com/office/drawing/2014/main" id="{11EB2960-154B-454B-877C-5F091670D252}"/>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Oval 164">
                <a:extLst>
                  <a:ext uri="{FF2B5EF4-FFF2-40B4-BE49-F238E27FC236}">
                    <a16:creationId xmlns:a16="http://schemas.microsoft.com/office/drawing/2014/main" id="{0371AF70-5D28-4BBB-9493-087622E0386E}"/>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a:extLst>
                  <a:ext uri="{FF2B5EF4-FFF2-40B4-BE49-F238E27FC236}">
                    <a16:creationId xmlns:a16="http://schemas.microsoft.com/office/drawing/2014/main" id="{D2F1F8DC-F58E-49D4-91E3-85F61E12F3E0}"/>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Oval 166">
                <a:extLst>
                  <a:ext uri="{FF2B5EF4-FFF2-40B4-BE49-F238E27FC236}">
                    <a16:creationId xmlns:a16="http://schemas.microsoft.com/office/drawing/2014/main" id="{4E230B08-640F-4352-84BF-D632E137D54E}"/>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5" name="Group 124">
              <a:extLst>
                <a:ext uri="{FF2B5EF4-FFF2-40B4-BE49-F238E27FC236}">
                  <a16:creationId xmlns:a16="http://schemas.microsoft.com/office/drawing/2014/main" id="{E9D79321-D215-4181-B7B5-6E83D3F90EEA}"/>
                </a:ext>
              </a:extLst>
            </p:cNvPr>
            <p:cNvGrpSpPr/>
            <p:nvPr/>
          </p:nvGrpSpPr>
          <p:grpSpPr>
            <a:xfrm rot="5400000">
              <a:off x="1055270" y="-284344"/>
              <a:ext cx="86591" cy="1729654"/>
              <a:chOff x="85292" y="59892"/>
              <a:chExt cx="86591" cy="1729654"/>
            </a:xfrm>
            <a:grpFill/>
          </p:grpSpPr>
          <p:sp>
            <p:nvSpPr>
              <p:cNvPr id="148" name="Oval 147">
                <a:extLst>
                  <a:ext uri="{FF2B5EF4-FFF2-40B4-BE49-F238E27FC236}">
                    <a16:creationId xmlns:a16="http://schemas.microsoft.com/office/drawing/2014/main" id="{91A2325B-90FB-4B3B-9B3E-5742ED7F6D05}"/>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Oval 148">
                <a:extLst>
                  <a:ext uri="{FF2B5EF4-FFF2-40B4-BE49-F238E27FC236}">
                    <a16:creationId xmlns:a16="http://schemas.microsoft.com/office/drawing/2014/main" id="{9587DC87-5BDA-4D33-9B80-B4CE8E797ADA}"/>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a:extLst>
                  <a:ext uri="{FF2B5EF4-FFF2-40B4-BE49-F238E27FC236}">
                    <a16:creationId xmlns:a16="http://schemas.microsoft.com/office/drawing/2014/main" id="{A7E49CED-B878-4F1D-97FD-F0D5FBA13C9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a:extLst>
                  <a:ext uri="{FF2B5EF4-FFF2-40B4-BE49-F238E27FC236}">
                    <a16:creationId xmlns:a16="http://schemas.microsoft.com/office/drawing/2014/main" id="{E4EB0D13-92C9-4227-85E9-42968549A3A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a:extLst>
                  <a:ext uri="{FF2B5EF4-FFF2-40B4-BE49-F238E27FC236}">
                    <a16:creationId xmlns:a16="http://schemas.microsoft.com/office/drawing/2014/main" id="{456749B0-5674-45E1-B4DB-A3DB15FE37F0}"/>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a:extLst>
                  <a:ext uri="{FF2B5EF4-FFF2-40B4-BE49-F238E27FC236}">
                    <a16:creationId xmlns:a16="http://schemas.microsoft.com/office/drawing/2014/main" id="{1FF90E95-A4E9-4220-9A93-EC0677C0AAC9}"/>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a:extLst>
                  <a:ext uri="{FF2B5EF4-FFF2-40B4-BE49-F238E27FC236}">
                    <a16:creationId xmlns:a16="http://schemas.microsoft.com/office/drawing/2014/main" id="{F1F06578-D017-4B76-ACFF-1DF22AD672DD}"/>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a:extLst>
                  <a:ext uri="{FF2B5EF4-FFF2-40B4-BE49-F238E27FC236}">
                    <a16:creationId xmlns:a16="http://schemas.microsoft.com/office/drawing/2014/main" id="{53111620-21A8-4D82-8F30-BABE40857A58}"/>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28BF1636-A4E1-407A-8D75-7C89541A4B01}"/>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a:extLst>
                  <a:ext uri="{FF2B5EF4-FFF2-40B4-BE49-F238E27FC236}">
                    <a16:creationId xmlns:a16="http://schemas.microsoft.com/office/drawing/2014/main" id="{D69FB0EC-49CB-470C-A688-D8EEF01C0C1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125">
              <a:extLst>
                <a:ext uri="{FF2B5EF4-FFF2-40B4-BE49-F238E27FC236}">
                  <a16:creationId xmlns:a16="http://schemas.microsoft.com/office/drawing/2014/main" id="{E78C7CF2-5B50-4FDE-945B-85F366423944}"/>
                </a:ext>
              </a:extLst>
            </p:cNvPr>
            <p:cNvGrpSpPr/>
            <p:nvPr/>
          </p:nvGrpSpPr>
          <p:grpSpPr>
            <a:xfrm rot="5400000">
              <a:off x="1055270" y="-30452"/>
              <a:ext cx="86591" cy="1729654"/>
              <a:chOff x="85292" y="59892"/>
              <a:chExt cx="86591" cy="1729654"/>
            </a:xfrm>
            <a:grpFill/>
          </p:grpSpPr>
          <p:sp>
            <p:nvSpPr>
              <p:cNvPr id="138" name="Oval 137">
                <a:extLst>
                  <a:ext uri="{FF2B5EF4-FFF2-40B4-BE49-F238E27FC236}">
                    <a16:creationId xmlns:a16="http://schemas.microsoft.com/office/drawing/2014/main" id="{80F752F0-D6D2-4C81-B51E-B41D0A5F370D}"/>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a:extLst>
                  <a:ext uri="{FF2B5EF4-FFF2-40B4-BE49-F238E27FC236}">
                    <a16:creationId xmlns:a16="http://schemas.microsoft.com/office/drawing/2014/main" id="{05721A32-45CF-4DAC-89CF-522A15558B8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a:extLst>
                  <a:ext uri="{FF2B5EF4-FFF2-40B4-BE49-F238E27FC236}">
                    <a16:creationId xmlns:a16="http://schemas.microsoft.com/office/drawing/2014/main" id="{1B15AC74-A498-4469-BE65-01CB7A6F7BE3}"/>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1FE29D41-6A85-4140-9F2D-26A3154F9D35}"/>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a:extLst>
                  <a:ext uri="{FF2B5EF4-FFF2-40B4-BE49-F238E27FC236}">
                    <a16:creationId xmlns:a16="http://schemas.microsoft.com/office/drawing/2014/main" id="{31F04094-164F-48B5-8AF3-79C2D48092E3}"/>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a:extLst>
                  <a:ext uri="{FF2B5EF4-FFF2-40B4-BE49-F238E27FC236}">
                    <a16:creationId xmlns:a16="http://schemas.microsoft.com/office/drawing/2014/main" id="{03C47591-C01F-4A21-A881-B3ADDBB5AF38}"/>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a:extLst>
                  <a:ext uri="{FF2B5EF4-FFF2-40B4-BE49-F238E27FC236}">
                    <a16:creationId xmlns:a16="http://schemas.microsoft.com/office/drawing/2014/main" id="{E0165459-0291-4E9A-B276-F5F43E9583E4}"/>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a:extLst>
                  <a:ext uri="{FF2B5EF4-FFF2-40B4-BE49-F238E27FC236}">
                    <a16:creationId xmlns:a16="http://schemas.microsoft.com/office/drawing/2014/main" id="{F850E9DC-097E-46B7-A242-1810A996BBF2}"/>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FEF33DE2-183A-4301-958F-9E1AD301A007}"/>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Oval 146">
                <a:extLst>
                  <a:ext uri="{FF2B5EF4-FFF2-40B4-BE49-F238E27FC236}">
                    <a16:creationId xmlns:a16="http://schemas.microsoft.com/office/drawing/2014/main" id="{9B6FCC23-E8EA-46D1-B589-AF25D9BFA639}"/>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7" name="Group 126">
              <a:extLst>
                <a:ext uri="{FF2B5EF4-FFF2-40B4-BE49-F238E27FC236}">
                  <a16:creationId xmlns:a16="http://schemas.microsoft.com/office/drawing/2014/main" id="{6E72CABD-5337-4E73-A16D-F3C6D2B7AACC}"/>
                </a:ext>
              </a:extLst>
            </p:cNvPr>
            <p:cNvGrpSpPr/>
            <p:nvPr/>
          </p:nvGrpSpPr>
          <p:grpSpPr>
            <a:xfrm rot="5400000">
              <a:off x="1055270" y="223441"/>
              <a:ext cx="86591" cy="1729654"/>
              <a:chOff x="85292" y="59892"/>
              <a:chExt cx="86591" cy="1729654"/>
            </a:xfrm>
            <a:grpFill/>
          </p:grpSpPr>
          <p:sp>
            <p:nvSpPr>
              <p:cNvPr id="128" name="Oval 127">
                <a:extLst>
                  <a:ext uri="{FF2B5EF4-FFF2-40B4-BE49-F238E27FC236}">
                    <a16:creationId xmlns:a16="http://schemas.microsoft.com/office/drawing/2014/main" id="{136A3317-CB32-4574-B664-CE93E62402DA}"/>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2F1A3F06-65C6-4314-B364-C613F20BC0E3}"/>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405FD8D2-2A72-41DC-97A1-3BBC3BA58C01}"/>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8223FC2C-3E81-479D-BCA9-27A74861B47C}"/>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33ECFB38-EC1C-436B-B1FF-4B3C85260109}"/>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a:extLst>
                  <a:ext uri="{FF2B5EF4-FFF2-40B4-BE49-F238E27FC236}">
                    <a16:creationId xmlns:a16="http://schemas.microsoft.com/office/drawing/2014/main" id="{EDC08F8F-07F7-4AA7-9F6E-4F3A4A77164C}"/>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a:extLst>
                  <a:ext uri="{FF2B5EF4-FFF2-40B4-BE49-F238E27FC236}">
                    <a16:creationId xmlns:a16="http://schemas.microsoft.com/office/drawing/2014/main" id="{57609A66-32D2-4EF0-9DCE-A2537AB10743}"/>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03B13ECD-F2C1-43A7-927A-ECAF48CE60B9}"/>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3B1D26A5-414D-4F83-8062-FFF3667BEF3A}"/>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a:extLst>
                  <a:ext uri="{FF2B5EF4-FFF2-40B4-BE49-F238E27FC236}">
                    <a16:creationId xmlns:a16="http://schemas.microsoft.com/office/drawing/2014/main" id="{91A00627-C25C-45AE-A80B-92DC6298D9A3}"/>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68" name="TextBox 167">
            <a:extLst>
              <a:ext uri="{FF2B5EF4-FFF2-40B4-BE49-F238E27FC236}">
                <a16:creationId xmlns:a16="http://schemas.microsoft.com/office/drawing/2014/main" id="{A12141E3-F0E6-459C-8E65-E7AB4EF76C3D}"/>
              </a:ext>
            </a:extLst>
          </p:cNvPr>
          <p:cNvSpPr txBox="1"/>
          <p:nvPr/>
        </p:nvSpPr>
        <p:spPr>
          <a:xfrm>
            <a:off x="1663336" y="453120"/>
            <a:ext cx="9004664" cy="523220"/>
          </a:xfrm>
          <a:prstGeom prst="rect">
            <a:avLst/>
          </a:prstGeom>
          <a:noFill/>
        </p:spPr>
        <p:txBody>
          <a:bodyPr wrap="square">
            <a:spAutoFit/>
          </a:bodyPr>
          <a:lstStyle/>
          <a:p>
            <a:pPr algn="ctr"/>
            <a:r>
              <a:rPr lang="en-US" sz="2800" dirty="0">
                <a:solidFill>
                  <a:srgbClr val="FFFFFF"/>
                </a:solidFill>
                <a:effectLst/>
                <a:latin typeface="Tahoma" panose="020B0604030504040204" pitchFamily="34" charset="0"/>
                <a:ea typeface="Tahoma" panose="020B0604030504040204" pitchFamily="34" charset="0"/>
              </a:rPr>
              <a:t>Insights: Regional Performance</a:t>
            </a:r>
            <a:endParaRPr lang="en-US" sz="2800" dirty="0"/>
          </a:p>
        </p:txBody>
      </p:sp>
      <p:cxnSp>
        <p:nvCxnSpPr>
          <p:cNvPr id="169" name="Straight Connector 168">
            <a:extLst>
              <a:ext uri="{FF2B5EF4-FFF2-40B4-BE49-F238E27FC236}">
                <a16:creationId xmlns:a16="http://schemas.microsoft.com/office/drawing/2014/main" id="{DA9345A3-EF31-48A1-AC43-EA5C3A14F3B4}"/>
              </a:ext>
            </a:extLst>
          </p:cNvPr>
          <p:cNvCxnSpPr>
            <a:cxnSpLocks/>
          </p:cNvCxnSpPr>
          <p:nvPr/>
        </p:nvCxnSpPr>
        <p:spPr>
          <a:xfrm>
            <a:off x="933720" y="1123406"/>
            <a:ext cx="1063107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8" name="Picture 7">
            <a:extLst>
              <a:ext uri="{FF2B5EF4-FFF2-40B4-BE49-F238E27FC236}">
                <a16:creationId xmlns:a16="http://schemas.microsoft.com/office/drawing/2014/main" id="{A0F8EF07-062E-4E0D-B791-C20649F1256C}"/>
              </a:ext>
            </a:extLst>
          </p:cNvPr>
          <p:cNvPicPr>
            <a:picLocks noChangeAspect="1"/>
          </p:cNvPicPr>
          <p:nvPr/>
        </p:nvPicPr>
        <p:blipFill>
          <a:blip r:embed="rId5"/>
          <a:stretch>
            <a:fillRect/>
          </a:stretch>
        </p:blipFill>
        <p:spPr>
          <a:xfrm>
            <a:off x="5116492" y="3010487"/>
            <a:ext cx="6861217" cy="3847513"/>
          </a:xfrm>
          <a:prstGeom prst="rect">
            <a:avLst/>
          </a:prstGeom>
        </p:spPr>
      </p:pic>
      <p:pic>
        <p:nvPicPr>
          <p:cNvPr id="9" name="Picture 8">
            <a:extLst>
              <a:ext uri="{FF2B5EF4-FFF2-40B4-BE49-F238E27FC236}">
                <a16:creationId xmlns:a16="http://schemas.microsoft.com/office/drawing/2014/main" id="{F0FDC6DB-E065-4190-9E23-1B028DB4A638}"/>
              </a:ext>
            </a:extLst>
          </p:cNvPr>
          <p:cNvPicPr>
            <a:picLocks noChangeAspect="1"/>
          </p:cNvPicPr>
          <p:nvPr/>
        </p:nvPicPr>
        <p:blipFill>
          <a:blip r:embed="rId6"/>
          <a:stretch>
            <a:fillRect/>
          </a:stretch>
        </p:blipFill>
        <p:spPr>
          <a:xfrm>
            <a:off x="8648700" y="1220818"/>
            <a:ext cx="3370118" cy="1690374"/>
          </a:xfrm>
          <a:prstGeom prst="rect">
            <a:avLst/>
          </a:prstGeom>
        </p:spPr>
      </p:pic>
      <p:pic>
        <p:nvPicPr>
          <p:cNvPr id="14" name="Picture 13">
            <a:extLst>
              <a:ext uri="{FF2B5EF4-FFF2-40B4-BE49-F238E27FC236}">
                <a16:creationId xmlns:a16="http://schemas.microsoft.com/office/drawing/2014/main" id="{C4DD1799-B9CE-4E2D-94D8-A107E2D8793D}"/>
              </a:ext>
            </a:extLst>
          </p:cNvPr>
          <p:cNvPicPr>
            <a:picLocks noChangeAspect="1"/>
          </p:cNvPicPr>
          <p:nvPr/>
        </p:nvPicPr>
        <p:blipFill rotWithShape="1">
          <a:blip r:embed="rId7"/>
          <a:srcRect l="4231" t="13339" r="3658" b="11386"/>
          <a:stretch/>
        </p:blipFill>
        <p:spPr>
          <a:xfrm>
            <a:off x="5918363" y="1194109"/>
            <a:ext cx="2628737" cy="1745675"/>
          </a:xfrm>
          <a:prstGeom prst="rect">
            <a:avLst/>
          </a:prstGeom>
        </p:spPr>
      </p:pic>
      <p:sp>
        <p:nvSpPr>
          <p:cNvPr id="170" name="TextBox 169">
            <a:extLst>
              <a:ext uri="{FF2B5EF4-FFF2-40B4-BE49-F238E27FC236}">
                <a16:creationId xmlns:a16="http://schemas.microsoft.com/office/drawing/2014/main" id="{7CDEF410-AD37-46AA-AE41-50F98C04F757}"/>
              </a:ext>
            </a:extLst>
          </p:cNvPr>
          <p:cNvSpPr txBox="1"/>
          <p:nvPr/>
        </p:nvSpPr>
        <p:spPr>
          <a:xfrm>
            <a:off x="991785" y="3191784"/>
            <a:ext cx="4005981" cy="1899174"/>
          </a:xfrm>
          <a:prstGeom prst="rect">
            <a:avLst/>
          </a:prstGeom>
          <a:noFill/>
        </p:spPr>
        <p:txBody>
          <a:bodyPr wrap="square">
            <a:spAutoFit/>
          </a:bodyPr>
          <a:lstStyle/>
          <a:p>
            <a:pPr>
              <a:lnSpc>
                <a:spcPct val="150000"/>
              </a:lnSpc>
            </a:pPr>
            <a:r>
              <a:rPr lang="en-US" sz="1600" b="0" i="0" dirty="0">
                <a:solidFill>
                  <a:srgbClr val="F0F6FC"/>
                </a:solidFill>
                <a:effectLst/>
                <a:latin typeface="-apple-system"/>
              </a:rPr>
              <a:t>Parch and Posey unapologetically have a larger dominance in the Northeast and West region compared to the southeast and Midwest where they have the least dominance.</a:t>
            </a:r>
            <a:endParaRPr lang="en-US" sz="1600" b="1" i="1" dirty="0"/>
          </a:p>
        </p:txBody>
      </p:sp>
      <p:pic>
        <p:nvPicPr>
          <p:cNvPr id="171" name="Image 8">
            <a:extLst>
              <a:ext uri="{FF2B5EF4-FFF2-40B4-BE49-F238E27FC236}">
                <a16:creationId xmlns:a16="http://schemas.microsoft.com/office/drawing/2014/main" id="{2E3E6E5F-B09E-4BBE-8C08-3E680B3BA4C7}"/>
              </a:ext>
            </a:extLst>
          </p:cNvPr>
          <p:cNvPicPr/>
          <p:nvPr/>
        </p:nvPicPr>
        <p:blipFill>
          <a:blip r:embed="rId8" cstate="print"/>
          <a:stretch>
            <a:fillRect/>
          </a:stretch>
        </p:blipFill>
        <p:spPr>
          <a:xfrm>
            <a:off x="50606" y="125218"/>
            <a:ext cx="1189990" cy="380365"/>
          </a:xfrm>
          <a:prstGeom prst="rect">
            <a:avLst/>
          </a:prstGeom>
        </p:spPr>
      </p:pic>
    </p:spTree>
    <p:extLst>
      <p:ext uri="{BB962C8B-B14F-4D97-AF65-F5344CB8AC3E}">
        <p14:creationId xmlns:p14="http://schemas.microsoft.com/office/powerpoint/2010/main" val="3676510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42F45E7-7E3D-4589-9049-07B218C059A3}"/>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t="6117" b="9177"/>
          <a:stretch/>
        </p:blipFill>
        <p:spPr>
          <a:xfrm>
            <a:off x="0" y="0"/>
            <a:ext cx="12192000" cy="6858000"/>
          </a:xfrm>
          <a:prstGeom prst="rect">
            <a:avLst/>
          </a:prstGeom>
        </p:spPr>
      </p:pic>
      <p:sp>
        <p:nvSpPr>
          <p:cNvPr id="3" name="Rectangle 2">
            <a:extLst>
              <a:ext uri="{FF2B5EF4-FFF2-40B4-BE49-F238E27FC236}">
                <a16:creationId xmlns:a16="http://schemas.microsoft.com/office/drawing/2014/main" id="{16C990B1-4642-4784-8516-7A2BDEC39513}"/>
              </a:ext>
            </a:extLst>
          </p:cNvPr>
          <p:cNvSpPr/>
          <p:nvPr/>
        </p:nvSpPr>
        <p:spPr>
          <a:xfrm>
            <a:off x="0" y="0"/>
            <a:ext cx="12192000" cy="6858000"/>
          </a:xfrm>
          <a:prstGeom prst="rect">
            <a:avLst/>
          </a:prstGeom>
          <a:gradFill flip="none" rotWithShape="1">
            <a:gsLst>
              <a:gs pos="0">
                <a:schemeClr val="tx1">
                  <a:alpha val="95000"/>
                </a:schemeClr>
              </a:gs>
              <a:gs pos="100000">
                <a:schemeClr val="tx1">
                  <a:alpha val="95000"/>
                </a:schemeClr>
              </a:gs>
              <a:gs pos="49000">
                <a:schemeClr val="tx1">
                  <a:alpha val="80000"/>
                </a:schemeClr>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D559B658-F1DD-4235-A315-5FA31630973F}"/>
              </a:ext>
            </a:extLst>
          </p:cNvPr>
          <p:cNvSpPr/>
          <p:nvPr/>
        </p:nvSpPr>
        <p:spPr>
          <a:xfrm>
            <a:off x="8648700" y="5524500"/>
            <a:ext cx="3543300" cy="1047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41F1DEF-32DD-40D0-B63D-396863A5080A}"/>
              </a:ext>
            </a:extLst>
          </p:cNvPr>
          <p:cNvSpPr/>
          <p:nvPr/>
        </p:nvSpPr>
        <p:spPr>
          <a:xfrm>
            <a:off x="8243586" y="5723090"/>
            <a:ext cx="3543300" cy="650570"/>
          </a:xfrm>
          <a:prstGeom prst="rect">
            <a:avLst/>
          </a:prstGeom>
          <a:pattFill prst="dkDnDiag">
            <a:fgClr>
              <a:schemeClr val="accent6"/>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B5DE0E6C-D4E2-46CE-95B9-CFEF563B5642}"/>
              </a:ext>
            </a:extLst>
          </p:cNvPr>
          <p:cNvSpPr/>
          <p:nvPr/>
        </p:nvSpPr>
        <p:spPr>
          <a:xfrm>
            <a:off x="-1536702" y="-1549402"/>
            <a:ext cx="3829958" cy="3829958"/>
          </a:xfrm>
          <a:custGeom>
            <a:avLst/>
            <a:gdLst>
              <a:gd name="connsiteX0" fmla="*/ 1914979 w 3829958"/>
              <a:gd name="connsiteY0" fmla="*/ 0 h 3829958"/>
              <a:gd name="connsiteX1" fmla="*/ 3829958 w 3829958"/>
              <a:gd name="connsiteY1" fmla="*/ 1914979 h 3829958"/>
              <a:gd name="connsiteX2" fmla="*/ 3743864 w 3829958"/>
              <a:gd name="connsiteY2" fmla="*/ 2484435 h 3829958"/>
              <a:gd name="connsiteX3" fmla="*/ 3736535 w 3829958"/>
              <a:gd name="connsiteY3" fmla="*/ 2504461 h 3829958"/>
              <a:gd name="connsiteX4" fmla="*/ 3691901 w 3829958"/>
              <a:gd name="connsiteY4" fmla="*/ 2490606 h 3829958"/>
              <a:gd name="connsiteX5" fmla="*/ 3555553 w 3829958"/>
              <a:gd name="connsiteY5" fmla="*/ 2476861 h 3829958"/>
              <a:gd name="connsiteX6" fmla="*/ 2879005 w 3829958"/>
              <a:gd name="connsiteY6" fmla="*/ 3153409 h 3829958"/>
              <a:gd name="connsiteX7" fmla="*/ 2932172 w 3829958"/>
              <a:gd name="connsiteY7" fmla="*/ 3416752 h 3829958"/>
              <a:gd name="connsiteX8" fmla="*/ 2980604 w 3829958"/>
              <a:gd name="connsiteY8" fmla="*/ 3505983 h 3829958"/>
              <a:gd name="connsiteX9" fmla="*/ 2827772 w 3829958"/>
              <a:gd name="connsiteY9" fmla="*/ 3598830 h 3829958"/>
              <a:gd name="connsiteX10" fmla="*/ 1914979 w 3829958"/>
              <a:gd name="connsiteY10" fmla="*/ 3829958 h 3829958"/>
              <a:gd name="connsiteX11" fmla="*/ 0 w 3829958"/>
              <a:gd name="connsiteY11" fmla="*/ 1914979 h 3829958"/>
              <a:gd name="connsiteX12" fmla="*/ 1914979 w 3829958"/>
              <a:gd name="connsiteY12" fmla="*/ 0 h 3829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29958" h="3829958">
                <a:moveTo>
                  <a:pt x="1914979" y="0"/>
                </a:moveTo>
                <a:cubicBezTo>
                  <a:pt x="2972593" y="0"/>
                  <a:pt x="3829958" y="857365"/>
                  <a:pt x="3829958" y="1914979"/>
                </a:cubicBezTo>
                <a:cubicBezTo>
                  <a:pt x="3829958" y="2113282"/>
                  <a:pt x="3799816" y="2304544"/>
                  <a:pt x="3743864" y="2484435"/>
                </a:cubicBezTo>
                <a:lnTo>
                  <a:pt x="3736535" y="2504461"/>
                </a:lnTo>
                <a:lnTo>
                  <a:pt x="3691901" y="2490606"/>
                </a:lnTo>
                <a:cubicBezTo>
                  <a:pt x="3647859" y="2481594"/>
                  <a:pt x="3602259" y="2476861"/>
                  <a:pt x="3555553" y="2476861"/>
                </a:cubicBezTo>
                <a:cubicBezTo>
                  <a:pt x="3181906" y="2476861"/>
                  <a:pt x="2879005" y="2779762"/>
                  <a:pt x="2879005" y="3153409"/>
                </a:cubicBezTo>
                <a:cubicBezTo>
                  <a:pt x="2879005" y="3246821"/>
                  <a:pt x="2897936" y="3335811"/>
                  <a:pt x="2932172" y="3416752"/>
                </a:cubicBezTo>
                <a:lnTo>
                  <a:pt x="2980604" y="3505983"/>
                </a:lnTo>
                <a:lnTo>
                  <a:pt x="2827772" y="3598830"/>
                </a:lnTo>
                <a:cubicBezTo>
                  <a:pt x="2556432" y="3746231"/>
                  <a:pt x="2245483" y="3829958"/>
                  <a:pt x="1914979" y="3829958"/>
                </a:cubicBezTo>
                <a:cubicBezTo>
                  <a:pt x="857365" y="3829958"/>
                  <a:pt x="0" y="2972593"/>
                  <a:pt x="0" y="1914979"/>
                </a:cubicBezTo>
                <a:cubicBezTo>
                  <a:pt x="0" y="857365"/>
                  <a:pt x="857365" y="0"/>
                  <a:pt x="1914979" y="0"/>
                </a:cubicBezTo>
                <a:close/>
              </a:path>
            </a:pathLst>
          </a:custGeom>
          <a:pattFill prst="dkUp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Oval 6">
            <a:extLst>
              <a:ext uri="{FF2B5EF4-FFF2-40B4-BE49-F238E27FC236}">
                <a16:creationId xmlns:a16="http://schemas.microsoft.com/office/drawing/2014/main" id="{B3693BA1-2B08-47EB-AEAD-0DFA8395B271}"/>
              </a:ext>
            </a:extLst>
          </p:cNvPr>
          <p:cNvSpPr/>
          <p:nvPr/>
        </p:nvSpPr>
        <p:spPr>
          <a:xfrm>
            <a:off x="-1938848" y="-1951547"/>
            <a:ext cx="4634248" cy="4634248"/>
          </a:xfrm>
          <a:prstGeom prst="ellipse">
            <a:avLst/>
          </a:prstGeom>
          <a:noFill/>
          <a:ln w="19050">
            <a:solidFill>
              <a:schemeClr val="accent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B622297-A54D-4617-9EBC-CF6D576C5224}"/>
              </a:ext>
            </a:extLst>
          </p:cNvPr>
          <p:cNvSpPr/>
          <p:nvPr/>
        </p:nvSpPr>
        <p:spPr>
          <a:xfrm>
            <a:off x="1556761" y="1141917"/>
            <a:ext cx="924183" cy="92418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80318C4-BCDD-4311-A18F-9265B87A270B}"/>
              </a:ext>
            </a:extLst>
          </p:cNvPr>
          <p:cNvSpPr/>
          <p:nvPr/>
        </p:nvSpPr>
        <p:spPr>
          <a:xfrm rot="10800000">
            <a:off x="8445500" y="5617650"/>
            <a:ext cx="1041400" cy="2108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F698AE66-5967-4786-9D8F-1A725F6FC702}"/>
              </a:ext>
            </a:extLst>
          </p:cNvPr>
          <p:cNvGrpSpPr/>
          <p:nvPr/>
        </p:nvGrpSpPr>
        <p:grpSpPr>
          <a:xfrm>
            <a:off x="10420350" y="285750"/>
            <a:ext cx="804758" cy="144689"/>
            <a:chOff x="4455886" y="479425"/>
            <a:chExt cx="804758" cy="144689"/>
          </a:xfrm>
        </p:grpSpPr>
        <p:cxnSp>
          <p:nvCxnSpPr>
            <p:cNvPr id="15" name="Straight Connector 14">
              <a:extLst>
                <a:ext uri="{FF2B5EF4-FFF2-40B4-BE49-F238E27FC236}">
                  <a16:creationId xmlns:a16="http://schemas.microsoft.com/office/drawing/2014/main" id="{8F1A76E1-D6D8-4852-85B9-7FDD5ABBF3BB}"/>
                </a:ext>
              </a:extLst>
            </p:cNvPr>
            <p:cNvCxnSpPr>
              <a:cxnSpLocks/>
            </p:cNvCxnSpPr>
            <p:nvPr/>
          </p:nvCxnSpPr>
          <p:spPr>
            <a:xfrm flipH="1">
              <a:off x="445588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47E7E72-EC7D-477B-8049-BBFC86FEFF13}"/>
                </a:ext>
              </a:extLst>
            </p:cNvPr>
            <p:cNvCxnSpPr>
              <a:cxnSpLocks/>
            </p:cNvCxnSpPr>
            <p:nvPr/>
          </p:nvCxnSpPr>
          <p:spPr>
            <a:xfrm flipH="1">
              <a:off x="460384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BAB7941-03C6-4F12-9E04-9077539D8580}"/>
                </a:ext>
              </a:extLst>
            </p:cNvPr>
            <p:cNvCxnSpPr>
              <a:cxnSpLocks/>
            </p:cNvCxnSpPr>
            <p:nvPr/>
          </p:nvCxnSpPr>
          <p:spPr>
            <a:xfrm flipH="1">
              <a:off x="475179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49FD28-7095-45B9-A159-1411E0D082CF}"/>
                </a:ext>
              </a:extLst>
            </p:cNvPr>
            <p:cNvCxnSpPr>
              <a:cxnSpLocks/>
            </p:cNvCxnSpPr>
            <p:nvPr/>
          </p:nvCxnSpPr>
          <p:spPr>
            <a:xfrm flipH="1">
              <a:off x="489975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94CE044-D8F7-478D-AC0F-4B7B7EC81420}"/>
                </a:ext>
              </a:extLst>
            </p:cNvPr>
            <p:cNvCxnSpPr>
              <a:cxnSpLocks/>
            </p:cNvCxnSpPr>
            <p:nvPr/>
          </p:nvCxnSpPr>
          <p:spPr>
            <a:xfrm flipH="1">
              <a:off x="504770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4DFADAC-57F4-4EB2-9CF7-1020DEA1EB0C}"/>
                </a:ext>
              </a:extLst>
            </p:cNvPr>
            <p:cNvCxnSpPr>
              <a:cxnSpLocks/>
            </p:cNvCxnSpPr>
            <p:nvPr/>
          </p:nvCxnSpPr>
          <p:spPr>
            <a:xfrm flipH="1">
              <a:off x="519566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24" name="Straight Connector 23">
            <a:extLst>
              <a:ext uri="{FF2B5EF4-FFF2-40B4-BE49-F238E27FC236}">
                <a16:creationId xmlns:a16="http://schemas.microsoft.com/office/drawing/2014/main" id="{B0A8832C-24F7-4903-86A4-6AE9F1C8E555}"/>
              </a:ext>
            </a:extLst>
          </p:cNvPr>
          <p:cNvCxnSpPr>
            <a:cxnSpLocks/>
          </p:cNvCxnSpPr>
          <p:nvPr/>
        </p:nvCxnSpPr>
        <p:spPr>
          <a:xfrm flipH="1">
            <a:off x="11201400" y="358094"/>
            <a:ext cx="981075"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C96E1AB-AAFA-4C31-A014-04B75B16B1D9}"/>
              </a:ext>
            </a:extLst>
          </p:cNvPr>
          <p:cNvCxnSpPr>
            <a:cxnSpLocks/>
          </p:cNvCxnSpPr>
          <p:nvPr/>
        </p:nvCxnSpPr>
        <p:spPr>
          <a:xfrm>
            <a:off x="895816" y="2627086"/>
            <a:ext cx="0" cy="4211864"/>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D8E0974-BC24-4BA5-97A3-EC9ED8F4A343}"/>
              </a:ext>
            </a:extLst>
          </p:cNvPr>
          <p:cNvCxnSpPr>
            <a:cxnSpLocks/>
          </p:cNvCxnSpPr>
          <p:nvPr/>
        </p:nvCxnSpPr>
        <p:spPr>
          <a:xfrm>
            <a:off x="529166" y="4838700"/>
            <a:ext cx="0" cy="200025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C026667-799F-4EB6-B96F-4D9051F3C6F9}"/>
              </a:ext>
            </a:extLst>
          </p:cNvPr>
          <p:cNvCxnSpPr>
            <a:cxnSpLocks/>
          </p:cNvCxnSpPr>
          <p:nvPr/>
        </p:nvCxnSpPr>
        <p:spPr>
          <a:xfrm>
            <a:off x="232283" y="6248400"/>
            <a:ext cx="0" cy="59055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C476F0D7-F33E-4A33-9A25-D15E7B57E91D}"/>
              </a:ext>
            </a:extLst>
          </p:cNvPr>
          <p:cNvGrpSpPr/>
          <p:nvPr/>
        </p:nvGrpSpPr>
        <p:grpSpPr>
          <a:xfrm>
            <a:off x="2563916" y="358094"/>
            <a:ext cx="1729654" cy="848268"/>
            <a:chOff x="233739" y="283295"/>
            <a:chExt cx="1729654" cy="848268"/>
          </a:xfrm>
          <a:gradFill>
            <a:gsLst>
              <a:gs pos="0">
                <a:schemeClr val="accent3"/>
              </a:gs>
              <a:gs pos="100000">
                <a:schemeClr val="tx1">
                  <a:alpha val="0"/>
                </a:schemeClr>
              </a:gs>
            </a:gsLst>
            <a:lin ang="0" scaled="1"/>
          </a:gradFill>
        </p:grpSpPr>
        <p:grpSp>
          <p:nvGrpSpPr>
            <p:cNvPr id="34" name="Group 33">
              <a:extLst>
                <a:ext uri="{FF2B5EF4-FFF2-40B4-BE49-F238E27FC236}">
                  <a16:creationId xmlns:a16="http://schemas.microsoft.com/office/drawing/2014/main" id="{75D90828-5100-410A-8A8E-4687D38638FA}"/>
                </a:ext>
              </a:extLst>
            </p:cNvPr>
            <p:cNvGrpSpPr/>
            <p:nvPr/>
          </p:nvGrpSpPr>
          <p:grpSpPr>
            <a:xfrm rot="5400000">
              <a:off x="1055270" y="-538236"/>
              <a:ext cx="86591" cy="1729654"/>
              <a:chOff x="85292" y="59892"/>
              <a:chExt cx="86591" cy="1729654"/>
            </a:xfrm>
            <a:grpFill/>
          </p:grpSpPr>
          <p:sp>
            <p:nvSpPr>
              <p:cNvPr id="68" name="Oval 67">
                <a:extLst>
                  <a:ext uri="{FF2B5EF4-FFF2-40B4-BE49-F238E27FC236}">
                    <a16:creationId xmlns:a16="http://schemas.microsoft.com/office/drawing/2014/main" id="{81DCCFD7-E0A5-47AD-986F-4F362EFA64B4}"/>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CFB457A8-22BF-445D-8BE4-A5F0B8F28315}"/>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F9CE3CC5-6A7F-4EDF-98E8-87C0423E576A}"/>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BC7124F4-4C3D-4E37-BAE9-9EDED01A0EA0}"/>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D535BD03-2F0C-4000-88DC-929BE058361D}"/>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E3252F64-CB94-446A-9777-533DA0DFB361}"/>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EBA391DC-019F-4A84-880F-EE19B975D245}"/>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B1664578-5E45-4F3B-87FF-5CACEC9B8DFA}"/>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E03CCC18-FFEA-4FB8-9EFD-6C14B821CC83}"/>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69A5247D-C922-46D3-8D5E-C5BA40B504A7}"/>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2163A3C6-F6A5-4A7C-9540-CE170FFD1C11}"/>
                </a:ext>
              </a:extLst>
            </p:cNvPr>
            <p:cNvGrpSpPr/>
            <p:nvPr/>
          </p:nvGrpSpPr>
          <p:grpSpPr>
            <a:xfrm rot="5400000">
              <a:off x="1055270" y="-284344"/>
              <a:ext cx="86591" cy="1729654"/>
              <a:chOff x="85292" y="59892"/>
              <a:chExt cx="86591" cy="1729654"/>
            </a:xfrm>
            <a:grpFill/>
          </p:grpSpPr>
          <p:sp>
            <p:nvSpPr>
              <p:cNvPr id="58" name="Oval 57">
                <a:extLst>
                  <a:ext uri="{FF2B5EF4-FFF2-40B4-BE49-F238E27FC236}">
                    <a16:creationId xmlns:a16="http://schemas.microsoft.com/office/drawing/2014/main" id="{A38A5E62-0408-4617-838D-0C50A772158D}"/>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6D471D9B-B1A8-4A13-B904-D1F99AE2A052}"/>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59015498-9B56-4E63-A85E-C9F3BC12C5F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072DCEF1-0785-4B65-AE1F-56F85C2FF31B}"/>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FF75C609-B566-4B1B-9ADD-14310F3129D9}"/>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3EB0BFA9-3F87-437F-A039-56CC41037663}"/>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976DEC39-9D0A-44FB-9A62-C28F18F749C5}"/>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670AA069-8264-4C03-B5A9-69BC6E2AFA16}"/>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DEB57F6E-1D9B-4351-8C01-E6CF70C574FE}"/>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4DC638D5-8901-4644-ABD5-35D803D1D606}"/>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E0884EA3-8932-4332-B434-E341678CD491}"/>
                </a:ext>
              </a:extLst>
            </p:cNvPr>
            <p:cNvGrpSpPr/>
            <p:nvPr/>
          </p:nvGrpSpPr>
          <p:grpSpPr>
            <a:xfrm rot="5400000">
              <a:off x="1055270" y="-30452"/>
              <a:ext cx="86591" cy="1729654"/>
              <a:chOff x="85292" y="59892"/>
              <a:chExt cx="86591" cy="1729654"/>
            </a:xfrm>
            <a:grpFill/>
          </p:grpSpPr>
          <p:sp>
            <p:nvSpPr>
              <p:cNvPr id="48" name="Oval 47">
                <a:extLst>
                  <a:ext uri="{FF2B5EF4-FFF2-40B4-BE49-F238E27FC236}">
                    <a16:creationId xmlns:a16="http://schemas.microsoft.com/office/drawing/2014/main" id="{5F088E95-F67A-4E2A-96CD-096E878B2397}"/>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BF7EA06-3AB5-4176-BCF5-EA49597E187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0303BAB0-F36E-4FFC-8AC9-E888B036E05B}"/>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BDCEEE51-8A01-450A-BBB6-2EE82FAD25C7}"/>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AF7E0978-36BC-4FFC-BC62-78004EC6545F}"/>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26E88A2D-E06A-4B31-897A-F29D5BCA6059}"/>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CABE59FC-4023-4E7D-8847-A16CB70E1FF1}"/>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CC430C89-D3C1-4F61-A6C8-16EF64470952}"/>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54358A37-A5A9-4A84-B2DD-B5FB8BE394EA}"/>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E11FDEA4-5CF8-46B6-B19D-5C4AE81BF77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D4429CDA-BCA9-4826-A6E2-7306FC4012FB}"/>
                </a:ext>
              </a:extLst>
            </p:cNvPr>
            <p:cNvGrpSpPr/>
            <p:nvPr/>
          </p:nvGrpSpPr>
          <p:grpSpPr>
            <a:xfrm rot="5400000">
              <a:off x="1055270" y="223441"/>
              <a:ext cx="86591" cy="1729654"/>
              <a:chOff x="85292" y="59892"/>
              <a:chExt cx="86591" cy="1729654"/>
            </a:xfrm>
            <a:grpFill/>
          </p:grpSpPr>
          <p:sp>
            <p:nvSpPr>
              <p:cNvPr id="38" name="Oval 37">
                <a:extLst>
                  <a:ext uri="{FF2B5EF4-FFF2-40B4-BE49-F238E27FC236}">
                    <a16:creationId xmlns:a16="http://schemas.microsoft.com/office/drawing/2014/main" id="{E4547F50-1583-4489-88DA-074C4B15BE50}"/>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6D963E37-01FA-483F-97B8-283894A51733}"/>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FB26921C-9545-4AC1-A39D-97CC01AA7DED}"/>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C7F50F07-F94F-4240-B23B-19737864FC3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63E80846-CB79-4D2B-89D5-4FE39182BD64}"/>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37088A44-5D33-4105-8791-905E8F2ED162}"/>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4309E6E7-66E4-43A5-AF5B-98CCB5A6D217}"/>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50032B6A-F2E9-4056-9271-31D8BF23E443}"/>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F62B9C11-1F77-44B5-899A-12FC9D4A3236}"/>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AA822719-F362-49F2-BF1A-E07F246EFBDF}"/>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8" name="Group 77">
            <a:extLst>
              <a:ext uri="{FF2B5EF4-FFF2-40B4-BE49-F238E27FC236}">
                <a16:creationId xmlns:a16="http://schemas.microsoft.com/office/drawing/2014/main" id="{C13D135F-54DE-4187-AC61-D78180B82C45}"/>
              </a:ext>
            </a:extLst>
          </p:cNvPr>
          <p:cNvGrpSpPr/>
          <p:nvPr/>
        </p:nvGrpSpPr>
        <p:grpSpPr>
          <a:xfrm>
            <a:off x="10260116" y="5025344"/>
            <a:ext cx="1729654" cy="848268"/>
            <a:chOff x="233739" y="283295"/>
            <a:chExt cx="1729654" cy="848268"/>
          </a:xfrm>
          <a:gradFill>
            <a:gsLst>
              <a:gs pos="0">
                <a:schemeClr val="accent3"/>
              </a:gs>
              <a:gs pos="100000">
                <a:schemeClr val="tx1">
                  <a:alpha val="0"/>
                </a:schemeClr>
              </a:gs>
            </a:gsLst>
            <a:lin ang="0" scaled="1"/>
          </a:gradFill>
        </p:grpSpPr>
        <p:grpSp>
          <p:nvGrpSpPr>
            <p:cNvPr id="79" name="Group 78">
              <a:extLst>
                <a:ext uri="{FF2B5EF4-FFF2-40B4-BE49-F238E27FC236}">
                  <a16:creationId xmlns:a16="http://schemas.microsoft.com/office/drawing/2014/main" id="{C8596B4A-332B-4DF9-964B-58055561AB9D}"/>
                </a:ext>
              </a:extLst>
            </p:cNvPr>
            <p:cNvGrpSpPr/>
            <p:nvPr/>
          </p:nvGrpSpPr>
          <p:grpSpPr>
            <a:xfrm rot="5400000">
              <a:off x="1055270" y="-538236"/>
              <a:ext cx="86591" cy="1729654"/>
              <a:chOff x="85292" y="59892"/>
              <a:chExt cx="86591" cy="1729654"/>
            </a:xfrm>
            <a:grpFill/>
          </p:grpSpPr>
          <p:sp>
            <p:nvSpPr>
              <p:cNvPr id="113" name="Oval 112">
                <a:extLst>
                  <a:ext uri="{FF2B5EF4-FFF2-40B4-BE49-F238E27FC236}">
                    <a16:creationId xmlns:a16="http://schemas.microsoft.com/office/drawing/2014/main" id="{7089744E-FA18-468B-AAB3-5708BA336F44}"/>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0D9E6EAE-84CC-44BE-8470-02AF07EFE40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a:extLst>
                  <a:ext uri="{FF2B5EF4-FFF2-40B4-BE49-F238E27FC236}">
                    <a16:creationId xmlns:a16="http://schemas.microsoft.com/office/drawing/2014/main" id="{6A9A00CF-96C1-4049-BA32-48C7F14190C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1B205536-8343-4753-8C3C-6EBAD27CB025}"/>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FFE1934F-0BA2-4B7F-8C40-2B8A30E23D43}"/>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39D6ECF3-87B6-456E-A872-B472FC3E78EA}"/>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B070C7AC-0E68-48F9-B7A5-C39C9370F9ED}"/>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CE8DDDFF-8040-4BEA-AE98-38E72EAFA225}"/>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F37BA6A8-B41B-44F7-80B9-DDC6DBBD46FF}"/>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E055EE7C-F064-42A2-8872-9B6A1FE5B1C4}"/>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0" name="Group 79">
              <a:extLst>
                <a:ext uri="{FF2B5EF4-FFF2-40B4-BE49-F238E27FC236}">
                  <a16:creationId xmlns:a16="http://schemas.microsoft.com/office/drawing/2014/main" id="{EECCF488-A5E3-4BA6-9C2A-9D42966EC4C7}"/>
                </a:ext>
              </a:extLst>
            </p:cNvPr>
            <p:cNvGrpSpPr/>
            <p:nvPr/>
          </p:nvGrpSpPr>
          <p:grpSpPr>
            <a:xfrm rot="5400000">
              <a:off x="1055270" y="-284344"/>
              <a:ext cx="86591" cy="1729654"/>
              <a:chOff x="85292" y="59892"/>
              <a:chExt cx="86591" cy="1729654"/>
            </a:xfrm>
            <a:grpFill/>
          </p:grpSpPr>
          <p:sp>
            <p:nvSpPr>
              <p:cNvPr id="103" name="Oval 102">
                <a:extLst>
                  <a:ext uri="{FF2B5EF4-FFF2-40B4-BE49-F238E27FC236}">
                    <a16:creationId xmlns:a16="http://schemas.microsoft.com/office/drawing/2014/main" id="{0E42244A-7AA6-453D-B12B-F427F4D64F0E}"/>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4FBC28B3-941C-4E3B-91C4-DAB4186DCBC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D4E23335-3D76-421A-A455-D3E75C21F314}"/>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831EDD80-EEF3-4CB2-B523-52A7633A6C38}"/>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15C6C3B7-66FB-4502-AA4A-4494C7079A38}"/>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8F610EBE-B34C-4B1C-A526-53B0B548B0C4}"/>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E740292B-3A54-44CB-8030-D451E034C52F}"/>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D4893017-2A88-4489-BD53-8FA9D91043ED}"/>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BD55C28F-69B6-4462-B8D2-EF6487547A8B}"/>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B1AC7914-4D7B-4804-BB25-98795DFBBE7B}"/>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AA18B733-BFB7-4FD4-ABDE-08285BB754DD}"/>
                </a:ext>
              </a:extLst>
            </p:cNvPr>
            <p:cNvGrpSpPr/>
            <p:nvPr/>
          </p:nvGrpSpPr>
          <p:grpSpPr>
            <a:xfrm rot="5400000">
              <a:off x="1055270" y="-30452"/>
              <a:ext cx="86591" cy="1729654"/>
              <a:chOff x="85292" y="59892"/>
              <a:chExt cx="86591" cy="1729654"/>
            </a:xfrm>
            <a:grpFill/>
          </p:grpSpPr>
          <p:sp>
            <p:nvSpPr>
              <p:cNvPr id="93" name="Oval 92">
                <a:extLst>
                  <a:ext uri="{FF2B5EF4-FFF2-40B4-BE49-F238E27FC236}">
                    <a16:creationId xmlns:a16="http://schemas.microsoft.com/office/drawing/2014/main" id="{340D1657-54A1-46F3-B1DC-998063F67812}"/>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C1669A70-1DAC-498F-AB5C-8E8050B209D0}"/>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EF52E370-21DD-4B9E-971A-B72A552BC725}"/>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867B3439-6708-452C-8E7D-7ACC2C83F622}"/>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39A99387-5750-40CA-A2C3-6093B03200A4}"/>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77CD4979-8E37-4A55-BAE6-4702AAA82F15}"/>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72B9F5C5-E9ED-40B1-A850-67D8CF81FB0C}"/>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6DB136E8-23B5-485C-81F9-65B6E3556C2F}"/>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AE5A1B14-04E3-461A-BCA8-4254D4D84005}"/>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05E07A7D-4B74-4882-AB43-BBBB303B9F6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 name="Group 81">
              <a:extLst>
                <a:ext uri="{FF2B5EF4-FFF2-40B4-BE49-F238E27FC236}">
                  <a16:creationId xmlns:a16="http://schemas.microsoft.com/office/drawing/2014/main" id="{CE0EC56B-FD84-4BEA-B1F3-0B181EB8211E}"/>
                </a:ext>
              </a:extLst>
            </p:cNvPr>
            <p:cNvGrpSpPr/>
            <p:nvPr/>
          </p:nvGrpSpPr>
          <p:grpSpPr>
            <a:xfrm rot="5400000">
              <a:off x="1055270" y="223441"/>
              <a:ext cx="86591" cy="1729654"/>
              <a:chOff x="85292" y="59892"/>
              <a:chExt cx="86591" cy="1729654"/>
            </a:xfrm>
            <a:grpFill/>
          </p:grpSpPr>
          <p:sp>
            <p:nvSpPr>
              <p:cNvPr id="83" name="Oval 82">
                <a:extLst>
                  <a:ext uri="{FF2B5EF4-FFF2-40B4-BE49-F238E27FC236}">
                    <a16:creationId xmlns:a16="http://schemas.microsoft.com/office/drawing/2014/main" id="{35F804F5-26BA-436E-B40B-B30E284EC6EA}"/>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3E4AA924-361E-4477-93B5-5CBF68B0B88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8D5CCCF6-FB7D-4579-B0D9-891F9F500D4B}"/>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A9F21A39-8D85-4650-AD05-75689CDA9D7F}"/>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FCD21955-8A08-4D03-B59A-9C03F93E8CFD}"/>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6F1A9CEA-3ECE-48BC-9EB9-0642C7DC2977}"/>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04CE57BE-8602-41CB-8971-5D7E9BA4F21C}"/>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723CD544-17A7-4A26-8C21-949FF32C455C}"/>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C016A52F-5E0B-46A6-9565-F264E4E4662C}"/>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5C314357-2C06-4593-A9EE-822A1DE6D77B}"/>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3" name="Group 122">
            <a:extLst>
              <a:ext uri="{FF2B5EF4-FFF2-40B4-BE49-F238E27FC236}">
                <a16:creationId xmlns:a16="http://schemas.microsoft.com/office/drawing/2014/main" id="{F184C3A3-073C-4EF4-ADD6-2254197028A5}"/>
              </a:ext>
            </a:extLst>
          </p:cNvPr>
          <p:cNvGrpSpPr/>
          <p:nvPr/>
        </p:nvGrpSpPr>
        <p:grpSpPr>
          <a:xfrm rot="16200000">
            <a:off x="-23244" y="5404397"/>
            <a:ext cx="1729654" cy="848268"/>
            <a:chOff x="233739" y="283295"/>
            <a:chExt cx="1729654" cy="848268"/>
          </a:xfrm>
          <a:gradFill>
            <a:gsLst>
              <a:gs pos="0">
                <a:schemeClr val="accent3"/>
              </a:gs>
              <a:gs pos="100000">
                <a:schemeClr val="tx1">
                  <a:alpha val="0"/>
                </a:schemeClr>
              </a:gs>
            </a:gsLst>
            <a:lin ang="0" scaled="1"/>
          </a:gradFill>
        </p:grpSpPr>
        <p:grpSp>
          <p:nvGrpSpPr>
            <p:cNvPr id="124" name="Group 123">
              <a:extLst>
                <a:ext uri="{FF2B5EF4-FFF2-40B4-BE49-F238E27FC236}">
                  <a16:creationId xmlns:a16="http://schemas.microsoft.com/office/drawing/2014/main" id="{2F1BCD85-0C1D-4C81-A1CF-64000091D4E6}"/>
                </a:ext>
              </a:extLst>
            </p:cNvPr>
            <p:cNvGrpSpPr/>
            <p:nvPr/>
          </p:nvGrpSpPr>
          <p:grpSpPr>
            <a:xfrm rot="5400000">
              <a:off x="1055270" y="-538236"/>
              <a:ext cx="86591" cy="1729654"/>
              <a:chOff x="85292" y="59892"/>
              <a:chExt cx="86591" cy="1729654"/>
            </a:xfrm>
            <a:grpFill/>
          </p:grpSpPr>
          <p:sp>
            <p:nvSpPr>
              <p:cNvPr id="158" name="Oval 157">
                <a:extLst>
                  <a:ext uri="{FF2B5EF4-FFF2-40B4-BE49-F238E27FC236}">
                    <a16:creationId xmlns:a16="http://schemas.microsoft.com/office/drawing/2014/main" id="{FF2373DD-0104-4E61-B137-E791C61E9FB7}"/>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a:extLst>
                  <a:ext uri="{FF2B5EF4-FFF2-40B4-BE49-F238E27FC236}">
                    <a16:creationId xmlns:a16="http://schemas.microsoft.com/office/drawing/2014/main" id="{345AC7EC-89B0-4DAF-ABE1-917D9391A4A7}"/>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a:extLst>
                  <a:ext uri="{FF2B5EF4-FFF2-40B4-BE49-F238E27FC236}">
                    <a16:creationId xmlns:a16="http://schemas.microsoft.com/office/drawing/2014/main" id="{5C8C5AE6-1949-4756-896F-650D73091547}"/>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Oval 160">
                <a:extLst>
                  <a:ext uri="{FF2B5EF4-FFF2-40B4-BE49-F238E27FC236}">
                    <a16:creationId xmlns:a16="http://schemas.microsoft.com/office/drawing/2014/main" id="{7714A075-3639-4519-AA5E-BB8C66AD98C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Oval 161">
                <a:extLst>
                  <a:ext uri="{FF2B5EF4-FFF2-40B4-BE49-F238E27FC236}">
                    <a16:creationId xmlns:a16="http://schemas.microsoft.com/office/drawing/2014/main" id="{C9935CF5-1B4B-4695-AFAC-6D9A16F0C7C8}"/>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a:extLst>
                  <a:ext uri="{FF2B5EF4-FFF2-40B4-BE49-F238E27FC236}">
                    <a16:creationId xmlns:a16="http://schemas.microsoft.com/office/drawing/2014/main" id="{C41A35E7-7A97-4863-9502-5BCECCEF4228}"/>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a:extLst>
                  <a:ext uri="{FF2B5EF4-FFF2-40B4-BE49-F238E27FC236}">
                    <a16:creationId xmlns:a16="http://schemas.microsoft.com/office/drawing/2014/main" id="{11EB2960-154B-454B-877C-5F091670D252}"/>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Oval 164">
                <a:extLst>
                  <a:ext uri="{FF2B5EF4-FFF2-40B4-BE49-F238E27FC236}">
                    <a16:creationId xmlns:a16="http://schemas.microsoft.com/office/drawing/2014/main" id="{0371AF70-5D28-4BBB-9493-087622E0386E}"/>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a:extLst>
                  <a:ext uri="{FF2B5EF4-FFF2-40B4-BE49-F238E27FC236}">
                    <a16:creationId xmlns:a16="http://schemas.microsoft.com/office/drawing/2014/main" id="{D2F1F8DC-F58E-49D4-91E3-85F61E12F3E0}"/>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Oval 166">
                <a:extLst>
                  <a:ext uri="{FF2B5EF4-FFF2-40B4-BE49-F238E27FC236}">
                    <a16:creationId xmlns:a16="http://schemas.microsoft.com/office/drawing/2014/main" id="{4E230B08-640F-4352-84BF-D632E137D54E}"/>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5" name="Group 124">
              <a:extLst>
                <a:ext uri="{FF2B5EF4-FFF2-40B4-BE49-F238E27FC236}">
                  <a16:creationId xmlns:a16="http://schemas.microsoft.com/office/drawing/2014/main" id="{E9D79321-D215-4181-B7B5-6E83D3F90EEA}"/>
                </a:ext>
              </a:extLst>
            </p:cNvPr>
            <p:cNvGrpSpPr/>
            <p:nvPr/>
          </p:nvGrpSpPr>
          <p:grpSpPr>
            <a:xfrm rot="5400000">
              <a:off x="1055270" y="-284344"/>
              <a:ext cx="86591" cy="1729654"/>
              <a:chOff x="85292" y="59892"/>
              <a:chExt cx="86591" cy="1729654"/>
            </a:xfrm>
            <a:grpFill/>
          </p:grpSpPr>
          <p:sp>
            <p:nvSpPr>
              <p:cNvPr id="148" name="Oval 147">
                <a:extLst>
                  <a:ext uri="{FF2B5EF4-FFF2-40B4-BE49-F238E27FC236}">
                    <a16:creationId xmlns:a16="http://schemas.microsoft.com/office/drawing/2014/main" id="{91A2325B-90FB-4B3B-9B3E-5742ED7F6D05}"/>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Oval 148">
                <a:extLst>
                  <a:ext uri="{FF2B5EF4-FFF2-40B4-BE49-F238E27FC236}">
                    <a16:creationId xmlns:a16="http://schemas.microsoft.com/office/drawing/2014/main" id="{9587DC87-5BDA-4D33-9B80-B4CE8E797ADA}"/>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a:extLst>
                  <a:ext uri="{FF2B5EF4-FFF2-40B4-BE49-F238E27FC236}">
                    <a16:creationId xmlns:a16="http://schemas.microsoft.com/office/drawing/2014/main" id="{A7E49CED-B878-4F1D-97FD-F0D5FBA13C9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a:extLst>
                  <a:ext uri="{FF2B5EF4-FFF2-40B4-BE49-F238E27FC236}">
                    <a16:creationId xmlns:a16="http://schemas.microsoft.com/office/drawing/2014/main" id="{E4EB0D13-92C9-4227-85E9-42968549A3A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a:extLst>
                  <a:ext uri="{FF2B5EF4-FFF2-40B4-BE49-F238E27FC236}">
                    <a16:creationId xmlns:a16="http://schemas.microsoft.com/office/drawing/2014/main" id="{456749B0-5674-45E1-B4DB-A3DB15FE37F0}"/>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a:extLst>
                  <a:ext uri="{FF2B5EF4-FFF2-40B4-BE49-F238E27FC236}">
                    <a16:creationId xmlns:a16="http://schemas.microsoft.com/office/drawing/2014/main" id="{1FF90E95-A4E9-4220-9A93-EC0677C0AAC9}"/>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a:extLst>
                  <a:ext uri="{FF2B5EF4-FFF2-40B4-BE49-F238E27FC236}">
                    <a16:creationId xmlns:a16="http://schemas.microsoft.com/office/drawing/2014/main" id="{F1F06578-D017-4B76-ACFF-1DF22AD672DD}"/>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a:extLst>
                  <a:ext uri="{FF2B5EF4-FFF2-40B4-BE49-F238E27FC236}">
                    <a16:creationId xmlns:a16="http://schemas.microsoft.com/office/drawing/2014/main" id="{53111620-21A8-4D82-8F30-BABE40857A58}"/>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28BF1636-A4E1-407A-8D75-7C89541A4B01}"/>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a:extLst>
                  <a:ext uri="{FF2B5EF4-FFF2-40B4-BE49-F238E27FC236}">
                    <a16:creationId xmlns:a16="http://schemas.microsoft.com/office/drawing/2014/main" id="{D69FB0EC-49CB-470C-A688-D8EEF01C0C1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125">
              <a:extLst>
                <a:ext uri="{FF2B5EF4-FFF2-40B4-BE49-F238E27FC236}">
                  <a16:creationId xmlns:a16="http://schemas.microsoft.com/office/drawing/2014/main" id="{E78C7CF2-5B50-4FDE-945B-85F366423944}"/>
                </a:ext>
              </a:extLst>
            </p:cNvPr>
            <p:cNvGrpSpPr/>
            <p:nvPr/>
          </p:nvGrpSpPr>
          <p:grpSpPr>
            <a:xfrm rot="5400000">
              <a:off x="1055270" y="-30452"/>
              <a:ext cx="86591" cy="1729654"/>
              <a:chOff x="85292" y="59892"/>
              <a:chExt cx="86591" cy="1729654"/>
            </a:xfrm>
            <a:grpFill/>
          </p:grpSpPr>
          <p:sp>
            <p:nvSpPr>
              <p:cNvPr id="138" name="Oval 137">
                <a:extLst>
                  <a:ext uri="{FF2B5EF4-FFF2-40B4-BE49-F238E27FC236}">
                    <a16:creationId xmlns:a16="http://schemas.microsoft.com/office/drawing/2014/main" id="{80F752F0-D6D2-4C81-B51E-B41D0A5F370D}"/>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a:extLst>
                  <a:ext uri="{FF2B5EF4-FFF2-40B4-BE49-F238E27FC236}">
                    <a16:creationId xmlns:a16="http://schemas.microsoft.com/office/drawing/2014/main" id="{05721A32-45CF-4DAC-89CF-522A15558B8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a:extLst>
                  <a:ext uri="{FF2B5EF4-FFF2-40B4-BE49-F238E27FC236}">
                    <a16:creationId xmlns:a16="http://schemas.microsoft.com/office/drawing/2014/main" id="{1B15AC74-A498-4469-BE65-01CB7A6F7BE3}"/>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1FE29D41-6A85-4140-9F2D-26A3154F9D35}"/>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a:extLst>
                  <a:ext uri="{FF2B5EF4-FFF2-40B4-BE49-F238E27FC236}">
                    <a16:creationId xmlns:a16="http://schemas.microsoft.com/office/drawing/2014/main" id="{31F04094-164F-48B5-8AF3-79C2D48092E3}"/>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a:extLst>
                  <a:ext uri="{FF2B5EF4-FFF2-40B4-BE49-F238E27FC236}">
                    <a16:creationId xmlns:a16="http://schemas.microsoft.com/office/drawing/2014/main" id="{03C47591-C01F-4A21-A881-B3ADDBB5AF38}"/>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a:extLst>
                  <a:ext uri="{FF2B5EF4-FFF2-40B4-BE49-F238E27FC236}">
                    <a16:creationId xmlns:a16="http://schemas.microsoft.com/office/drawing/2014/main" id="{E0165459-0291-4E9A-B276-F5F43E9583E4}"/>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a:extLst>
                  <a:ext uri="{FF2B5EF4-FFF2-40B4-BE49-F238E27FC236}">
                    <a16:creationId xmlns:a16="http://schemas.microsoft.com/office/drawing/2014/main" id="{F850E9DC-097E-46B7-A242-1810A996BBF2}"/>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FEF33DE2-183A-4301-958F-9E1AD301A007}"/>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Oval 146">
                <a:extLst>
                  <a:ext uri="{FF2B5EF4-FFF2-40B4-BE49-F238E27FC236}">
                    <a16:creationId xmlns:a16="http://schemas.microsoft.com/office/drawing/2014/main" id="{9B6FCC23-E8EA-46D1-B589-AF25D9BFA639}"/>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7" name="Group 126">
              <a:extLst>
                <a:ext uri="{FF2B5EF4-FFF2-40B4-BE49-F238E27FC236}">
                  <a16:creationId xmlns:a16="http://schemas.microsoft.com/office/drawing/2014/main" id="{6E72CABD-5337-4E73-A16D-F3C6D2B7AACC}"/>
                </a:ext>
              </a:extLst>
            </p:cNvPr>
            <p:cNvGrpSpPr/>
            <p:nvPr/>
          </p:nvGrpSpPr>
          <p:grpSpPr>
            <a:xfrm rot="5400000">
              <a:off x="1055270" y="223441"/>
              <a:ext cx="86591" cy="1729654"/>
              <a:chOff x="85292" y="59892"/>
              <a:chExt cx="86591" cy="1729654"/>
            </a:xfrm>
            <a:grpFill/>
          </p:grpSpPr>
          <p:sp>
            <p:nvSpPr>
              <p:cNvPr id="128" name="Oval 127">
                <a:extLst>
                  <a:ext uri="{FF2B5EF4-FFF2-40B4-BE49-F238E27FC236}">
                    <a16:creationId xmlns:a16="http://schemas.microsoft.com/office/drawing/2014/main" id="{136A3317-CB32-4574-B664-CE93E62402DA}"/>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2F1A3F06-65C6-4314-B364-C613F20BC0E3}"/>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405FD8D2-2A72-41DC-97A1-3BBC3BA58C01}"/>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8223FC2C-3E81-479D-BCA9-27A74861B47C}"/>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33ECFB38-EC1C-436B-B1FF-4B3C85260109}"/>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a:extLst>
                  <a:ext uri="{FF2B5EF4-FFF2-40B4-BE49-F238E27FC236}">
                    <a16:creationId xmlns:a16="http://schemas.microsoft.com/office/drawing/2014/main" id="{EDC08F8F-07F7-4AA7-9F6E-4F3A4A77164C}"/>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a:extLst>
                  <a:ext uri="{FF2B5EF4-FFF2-40B4-BE49-F238E27FC236}">
                    <a16:creationId xmlns:a16="http://schemas.microsoft.com/office/drawing/2014/main" id="{57609A66-32D2-4EF0-9DCE-A2537AB10743}"/>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03B13ECD-F2C1-43A7-927A-ECAF48CE60B9}"/>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3B1D26A5-414D-4F83-8062-FFF3667BEF3A}"/>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a:extLst>
                  <a:ext uri="{FF2B5EF4-FFF2-40B4-BE49-F238E27FC236}">
                    <a16:creationId xmlns:a16="http://schemas.microsoft.com/office/drawing/2014/main" id="{91A00627-C25C-45AE-A80B-92DC6298D9A3}"/>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68" name="TextBox 167">
            <a:extLst>
              <a:ext uri="{FF2B5EF4-FFF2-40B4-BE49-F238E27FC236}">
                <a16:creationId xmlns:a16="http://schemas.microsoft.com/office/drawing/2014/main" id="{A12141E3-F0E6-459C-8E65-E7AB4EF76C3D}"/>
              </a:ext>
            </a:extLst>
          </p:cNvPr>
          <p:cNvSpPr txBox="1"/>
          <p:nvPr/>
        </p:nvSpPr>
        <p:spPr>
          <a:xfrm>
            <a:off x="2701415" y="541169"/>
            <a:ext cx="9004664" cy="523220"/>
          </a:xfrm>
          <a:prstGeom prst="rect">
            <a:avLst/>
          </a:prstGeom>
          <a:noFill/>
        </p:spPr>
        <p:txBody>
          <a:bodyPr wrap="square">
            <a:spAutoFit/>
          </a:bodyPr>
          <a:lstStyle/>
          <a:p>
            <a:pPr algn="ctr"/>
            <a:r>
              <a:rPr lang="en-US" sz="2800" dirty="0">
                <a:solidFill>
                  <a:srgbClr val="FFFFFF"/>
                </a:solidFill>
                <a:effectLst/>
                <a:latin typeface="Tahoma" panose="020B0604030504040204" pitchFamily="34" charset="0"/>
                <a:ea typeface="Tahoma" panose="020B0604030504040204" pitchFamily="34" charset="0"/>
              </a:rPr>
              <a:t>Insights: Channel Patterns</a:t>
            </a:r>
            <a:endParaRPr lang="en-US" sz="2800" dirty="0"/>
          </a:p>
        </p:txBody>
      </p:sp>
      <p:cxnSp>
        <p:nvCxnSpPr>
          <p:cNvPr id="169" name="Straight Connector 168">
            <a:extLst>
              <a:ext uri="{FF2B5EF4-FFF2-40B4-BE49-F238E27FC236}">
                <a16:creationId xmlns:a16="http://schemas.microsoft.com/office/drawing/2014/main" id="{DA9345A3-EF31-48A1-AC43-EA5C3A14F3B4}"/>
              </a:ext>
            </a:extLst>
          </p:cNvPr>
          <p:cNvCxnSpPr>
            <a:cxnSpLocks/>
          </p:cNvCxnSpPr>
          <p:nvPr/>
        </p:nvCxnSpPr>
        <p:spPr>
          <a:xfrm>
            <a:off x="933720" y="1123406"/>
            <a:ext cx="1063107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8" name="Picture 7">
            <a:extLst>
              <a:ext uri="{FF2B5EF4-FFF2-40B4-BE49-F238E27FC236}">
                <a16:creationId xmlns:a16="http://schemas.microsoft.com/office/drawing/2014/main" id="{64E0205C-CB25-46B2-8D70-77C7216D8A18}"/>
              </a:ext>
            </a:extLst>
          </p:cNvPr>
          <p:cNvPicPr>
            <a:picLocks noChangeAspect="1"/>
          </p:cNvPicPr>
          <p:nvPr/>
        </p:nvPicPr>
        <p:blipFill>
          <a:blip r:embed="rId5"/>
          <a:stretch>
            <a:fillRect/>
          </a:stretch>
        </p:blipFill>
        <p:spPr>
          <a:xfrm>
            <a:off x="8276251" y="3713279"/>
            <a:ext cx="3905659" cy="3103127"/>
          </a:xfrm>
          <a:prstGeom prst="rect">
            <a:avLst/>
          </a:prstGeom>
        </p:spPr>
      </p:pic>
      <p:pic>
        <p:nvPicPr>
          <p:cNvPr id="13" name="Picture 12">
            <a:extLst>
              <a:ext uri="{FF2B5EF4-FFF2-40B4-BE49-F238E27FC236}">
                <a16:creationId xmlns:a16="http://schemas.microsoft.com/office/drawing/2014/main" id="{80ED6769-7BEA-4615-9156-76EA011D130F}"/>
              </a:ext>
            </a:extLst>
          </p:cNvPr>
          <p:cNvPicPr>
            <a:picLocks noChangeAspect="1"/>
          </p:cNvPicPr>
          <p:nvPr/>
        </p:nvPicPr>
        <p:blipFill>
          <a:blip r:embed="rId6"/>
          <a:stretch>
            <a:fillRect/>
          </a:stretch>
        </p:blipFill>
        <p:spPr>
          <a:xfrm>
            <a:off x="671342" y="1242436"/>
            <a:ext cx="4209842" cy="3101989"/>
          </a:xfrm>
          <a:prstGeom prst="rect">
            <a:avLst/>
          </a:prstGeom>
        </p:spPr>
      </p:pic>
      <p:sp>
        <p:nvSpPr>
          <p:cNvPr id="170" name="TextBox 169">
            <a:extLst>
              <a:ext uri="{FF2B5EF4-FFF2-40B4-BE49-F238E27FC236}">
                <a16:creationId xmlns:a16="http://schemas.microsoft.com/office/drawing/2014/main" id="{CFF30BA8-34A1-485F-A265-D427F4310A32}"/>
              </a:ext>
            </a:extLst>
          </p:cNvPr>
          <p:cNvSpPr txBox="1"/>
          <p:nvPr/>
        </p:nvSpPr>
        <p:spPr>
          <a:xfrm>
            <a:off x="932482" y="4626837"/>
            <a:ext cx="4005981" cy="1160511"/>
          </a:xfrm>
          <a:prstGeom prst="rect">
            <a:avLst/>
          </a:prstGeom>
          <a:noFill/>
        </p:spPr>
        <p:txBody>
          <a:bodyPr wrap="square">
            <a:spAutoFit/>
          </a:bodyPr>
          <a:lstStyle/>
          <a:p>
            <a:pPr>
              <a:lnSpc>
                <a:spcPct val="150000"/>
              </a:lnSpc>
            </a:pPr>
            <a:r>
              <a:rPr lang="en-US" sz="1600" b="0" i="0" dirty="0">
                <a:solidFill>
                  <a:srgbClr val="F0F6FC"/>
                </a:solidFill>
                <a:effectLst/>
                <a:latin typeface="-apple-system"/>
              </a:rPr>
              <a:t>The Total number of Orders by Channel shows that direct ads are more resourceful than other channels</a:t>
            </a:r>
            <a:endParaRPr lang="en-US" sz="1600" b="1" i="1" dirty="0"/>
          </a:p>
        </p:txBody>
      </p:sp>
      <p:sp>
        <p:nvSpPr>
          <p:cNvPr id="171" name="TextBox 170">
            <a:extLst>
              <a:ext uri="{FF2B5EF4-FFF2-40B4-BE49-F238E27FC236}">
                <a16:creationId xmlns:a16="http://schemas.microsoft.com/office/drawing/2014/main" id="{6661F037-AE76-461C-A8C0-39149CD1C361}"/>
              </a:ext>
            </a:extLst>
          </p:cNvPr>
          <p:cNvSpPr txBox="1"/>
          <p:nvPr/>
        </p:nvSpPr>
        <p:spPr>
          <a:xfrm>
            <a:off x="8175712" y="2358323"/>
            <a:ext cx="4005981" cy="1160511"/>
          </a:xfrm>
          <a:prstGeom prst="rect">
            <a:avLst/>
          </a:prstGeom>
          <a:noFill/>
        </p:spPr>
        <p:txBody>
          <a:bodyPr wrap="square">
            <a:spAutoFit/>
          </a:bodyPr>
          <a:lstStyle/>
          <a:p>
            <a:pPr>
              <a:lnSpc>
                <a:spcPct val="150000"/>
              </a:lnSpc>
            </a:pPr>
            <a:r>
              <a:rPr lang="en-US" sz="1600" b="0" i="0" dirty="0">
                <a:solidFill>
                  <a:srgbClr val="F0F6FC"/>
                </a:solidFill>
                <a:effectLst/>
                <a:latin typeface="-apple-system"/>
              </a:rPr>
              <a:t>As direct Channel tops the chart in the number of orders, it also results into a significant amount in terms of revenue.</a:t>
            </a:r>
            <a:endParaRPr lang="en-US" sz="1600" b="1" i="1" dirty="0"/>
          </a:p>
        </p:txBody>
      </p:sp>
      <p:pic>
        <p:nvPicPr>
          <p:cNvPr id="172" name="Image 8">
            <a:extLst>
              <a:ext uri="{FF2B5EF4-FFF2-40B4-BE49-F238E27FC236}">
                <a16:creationId xmlns:a16="http://schemas.microsoft.com/office/drawing/2014/main" id="{EF8F4CD0-1DC9-4261-80F7-36021993339A}"/>
              </a:ext>
            </a:extLst>
          </p:cNvPr>
          <p:cNvPicPr/>
          <p:nvPr/>
        </p:nvPicPr>
        <p:blipFill>
          <a:blip r:embed="rId7" cstate="print"/>
          <a:stretch>
            <a:fillRect/>
          </a:stretch>
        </p:blipFill>
        <p:spPr>
          <a:xfrm>
            <a:off x="50606" y="125218"/>
            <a:ext cx="1189990" cy="380365"/>
          </a:xfrm>
          <a:prstGeom prst="rect">
            <a:avLst/>
          </a:prstGeom>
        </p:spPr>
      </p:pic>
    </p:spTree>
    <p:extLst>
      <p:ext uri="{BB962C8B-B14F-4D97-AF65-F5344CB8AC3E}">
        <p14:creationId xmlns:p14="http://schemas.microsoft.com/office/powerpoint/2010/main" val="818161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42F45E7-7E3D-4589-9049-07B218C059A3}"/>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t="6117" b="9177"/>
          <a:stretch/>
        </p:blipFill>
        <p:spPr>
          <a:xfrm>
            <a:off x="0" y="0"/>
            <a:ext cx="12192000" cy="6858000"/>
          </a:xfrm>
          <a:prstGeom prst="rect">
            <a:avLst/>
          </a:prstGeom>
        </p:spPr>
      </p:pic>
      <p:sp>
        <p:nvSpPr>
          <p:cNvPr id="3" name="Rectangle 2">
            <a:extLst>
              <a:ext uri="{FF2B5EF4-FFF2-40B4-BE49-F238E27FC236}">
                <a16:creationId xmlns:a16="http://schemas.microsoft.com/office/drawing/2014/main" id="{16C990B1-4642-4784-8516-7A2BDEC39513}"/>
              </a:ext>
            </a:extLst>
          </p:cNvPr>
          <p:cNvSpPr/>
          <p:nvPr/>
        </p:nvSpPr>
        <p:spPr>
          <a:xfrm>
            <a:off x="0" y="0"/>
            <a:ext cx="12192000" cy="6858000"/>
          </a:xfrm>
          <a:prstGeom prst="rect">
            <a:avLst/>
          </a:prstGeom>
          <a:gradFill flip="none" rotWithShape="1">
            <a:gsLst>
              <a:gs pos="0">
                <a:schemeClr val="tx1">
                  <a:alpha val="95000"/>
                </a:schemeClr>
              </a:gs>
              <a:gs pos="100000">
                <a:schemeClr val="tx1">
                  <a:alpha val="95000"/>
                </a:schemeClr>
              </a:gs>
              <a:gs pos="49000">
                <a:schemeClr val="tx1">
                  <a:alpha val="80000"/>
                </a:schemeClr>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D559B658-F1DD-4235-A315-5FA31630973F}"/>
              </a:ext>
            </a:extLst>
          </p:cNvPr>
          <p:cNvSpPr/>
          <p:nvPr/>
        </p:nvSpPr>
        <p:spPr>
          <a:xfrm>
            <a:off x="8648700" y="5524500"/>
            <a:ext cx="3543300" cy="1047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41F1DEF-32DD-40D0-B63D-396863A5080A}"/>
              </a:ext>
            </a:extLst>
          </p:cNvPr>
          <p:cNvSpPr/>
          <p:nvPr/>
        </p:nvSpPr>
        <p:spPr>
          <a:xfrm>
            <a:off x="8243586" y="5723090"/>
            <a:ext cx="3543300" cy="650570"/>
          </a:xfrm>
          <a:prstGeom prst="rect">
            <a:avLst/>
          </a:prstGeom>
          <a:pattFill prst="dkDnDiag">
            <a:fgClr>
              <a:schemeClr val="accent6"/>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B5DE0E6C-D4E2-46CE-95B9-CFEF563B5642}"/>
              </a:ext>
            </a:extLst>
          </p:cNvPr>
          <p:cNvSpPr/>
          <p:nvPr/>
        </p:nvSpPr>
        <p:spPr>
          <a:xfrm>
            <a:off x="-1536702" y="-1549402"/>
            <a:ext cx="3829958" cy="3829958"/>
          </a:xfrm>
          <a:custGeom>
            <a:avLst/>
            <a:gdLst>
              <a:gd name="connsiteX0" fmla="*/ 1914979 w 3829958"/>
              <a:gd name="connsiteY0" fmla="*/ 0 h 3829958"/>
              <a:gd name="connsiteX1" fmla="*/ 3829958 w 3829958"/>
              <a:gd name="connsiteY1" fmla="*/ 1914979 h 3829958"/>
              <a:gd name="connsiteX2" fmla="*/ 3743864 w 3829958"/>
              <a:gd name="connsiteY2" fmla="*/ 2484435 h 3829958"/>
              <a:gd name="connsiteX3" fmla="*/ 3736535 w 3829958"/>
              <a:gd name="connsiteY3" fmla="*/ 2504461 h 3829958"/>
              <a:gd name="connsiteX4" fmla="*/ 3691901 w 3829958"/>
              <a:gd name="connsiteY4" fmla="*/ 2490606 h 3829958"/>
              <a:gd name="connsiteX5" fmla="*/ 3555553 w 3829958"/>
              <a:gd name="connsiteY5" fmla="*/ 2476861 h 3829958"/>
              <a:gd name="connsiteX6" fmla="*/ 2879005 w 3829958"/>
              <a:gd name="connsiteY6" fmla="*/ 3153409 h 3829958"/>
              <a:gd name="connsiteX7" fmla="*/ 2932172 w 3829958"/>
              <a:gd name="connsiteY7" fmla="*/ 3416752 h 3829958"/>
              <a:gd name="connsiteX8" fmla="*/ 2980604 w 3829958"/>
              <a:gd name="connsiteY8" fmla="*/ 3505983 h 3829958"/>
              <a:gd name="connsiteX9" fmla="*/ 2827772 w 3829958"/>
              <a:gd name="connsiteY9" fmla="*/ 3598830 h 3829958"/>
              <a:gd name="connsiteX10" fmla="*/ 1914979 w 3829958"/>
              <a:gd name="connsiteY10" fmla="*/ 3829958 h 3829958"/>
              <a:gd name="connsiteX11" fmla="*/ 0 w 3829958"/>
              <a:gd name="connsiteY11" fmla="*/ 1914979 h 3829958"/>
              <a:gd name="connsiteX12" fmla="*/ 1914979 w 3829958"/>
              <a:gd name="connsiteY12" fmla="*/ 0 h 3829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29958" h="3829958">
                <a:moveTo>
                  <a:pt x="1914979" y="0"/>
                </a:moveTo>
                <a:cubicBezTo>
                  <a:pt x="2972593" y="0"/>
                  <a:pt x="3829958" y="857365"/>
                  <a:pt x="3829958" y="1914979"/>
                </a:cubicBezTo>
                <a:cubicBezTo>
                  <a:pt x="3829958" y="2113282"/>
                  <a:pt x="3799816" y="2304544"/>
                  <a:pt x="3743864" y="2484435"/>
                </a:cubicBezTo>
                <a:lnTo>
                  <a:pt x="3736535" y="2504461"/>
                </a:lnTo>
                <a:lnTo>
                  <a:pt x="3691901" y="2490606"/>
                </a:lnTo>
                <a:cubicBezTo>
                  <a:pt x="3647859" y="2481594"/>
                  <a:pt x="3602259" y="2476861"/>
                  <a:pt x="3555553" y="2476861"/>
                </a:cubicBezTo>
                <a:cubicBezTo>
                  <a:pt x="3181906" y="2476861"/>
                  <a:pt x="2879005" y="2779762"/>
                  <a:pt x="2879005" y="3153409"/>
                </a:cubicBezTo>
                <a:cubicBezTo>
                  <a:pt x="2879005" y="3246821"/>
                  <a:pt x="2897936" y="3335811"/>
                  <a:pt x="2932172" y="3416752"/>
                </a:cubicBezTo>
                <a:lnTo>
                  <a:pt x="2980604" y="3505983"/>
                </a:lnTo>
                <a:lnTo>
                  <a:pt x="2827772" y="3598830"/>
                </a:lnTo>
                <a:cubicBezTo>
                  <a:pt x="2556432" y="3746231"/>
                  <a:pt x="2245483" y="3829958"/>
                  <a:pt x="1914979" y="3829958"/>
                </a:cubicBezTo>
                <a:cubicBezTo>
                  <a:pt x="857365" y="3829958"/>
                  <a:pt x="0" y="2972593"/>
                  <a:pt x="0" y="1914979"/>
                </a:cubicBezTo>
                <a:cubicBezTo>
                  <a:pt x="0" y="857365"/>
                  <a:pt x="857365" y="0"/>
                  <a:pt x="1914979" y="0"/>
                </a:cubicBezTo>
                <a:close/>
              </a:path>
            </a:pathLst>
          </a:custGeom>
          <a:pattFill prst="dkUp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Oval 6">
            <a:extLst>
              <a:ext uri="{FF2B5EF4-FFF2-40B4-BE49-F238E27FC236}">
                <a16:creationId xmlns:a16="http://schemas.microsoft.com/office/drawing/2014/main" id="{B3693BA1-2B08-47EB-AEAD-0DFA8395B271}"/>
              </a:ext>
            </a:extLst>
          </p:cNvPr>
          <p:cNvSpPr/>
          <p:nvPr/>
        </p:nvSpPr>
        <p:spPr>
          <a:xfrm>
            <a:off x="-1938848" y="-1951547"/>
            <a:ext cx="4634248" cy="4634248"/>
          </a:xfrm>
          <a:prstGeom prst="ellipse">
            <a:avLst/>
          </a:prstGeom>
          <a:noFill/>
          <a:ln w="19050">
            <a:solidFill>
              <a:schemeClr val="accent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B622297-A54D-4617-9EBC-CF6D576C5224}"/>
              </a:ext>
            </a:extLst>
          </p:cNvPr>
          <p:cNvSpPr/>
          <p:nvPr/>
        </p:nvSpPr>
        <p:spPr>
          <a:xfrm>
            <a:off x="1556761" y="1141917"/>
            <a:ext cx="924183" cy="92418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80318C4-BCDD-4311-A18F-9265B87A270B}"/>
              </a:ext>
            </a:extLst>
          </p:cNvPr>
          <p:cNvSpPr/>
          <p:nvPr/>
        </p:nvSpPr>
        <p:spPr>
          <a:xfrm rot="10800000">
            <a:off x="8445500" y="5617650"/>
            <a:ext cx="1041400" cy="2108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F698AE66-5967-4786-9D8F-1A725F6FC702}"/>
              </a:ext>
            </a:extLst>
          </p:cNvPr>
          <p:cNvGrpSpPr/>
          <p:nvPr/>
        </p:nvGrpSpPr>
        <p:grpSpPr>
          <a:xfrm>
            <a:off x="10420350" y="285750"/>
            <a:ext cx="804758" cy="144689"/>
            <a:chOff x="4455886" y="479425"/>
            <a:chExt cx="804758" cy="144689"/>
          </a:xfrm>
        </p:grpSpPr>
        <p:cxnSp>
          <p:nvCxnSpPr>
            <p:cNvPr id="15" name="Straight Connector 14">
              <a:extLst>
                <a:ext uri="{FF2B5EF4-FFF2-40B4-BE49-F238E27FC236}">
                  <a16:creationId xmlns:a16="http://schemas.microsoft.com/office/drawing/2014/main" id="{8F1A76E1-D6D8-4852-85B9-7FDD5ABBF3BB}"/>
                </a:ext>
              </a:extLst>
            </p:cNvPr>
            <p:cNvCxnSpPr>
              <a:cxnSpLocks/>
            </p:cNvCxnSpPr>
            <p:nvPr/>
          </p:nvCxnSpPr>
          <p:spPr>
            <a:xfrm flipH="1">
              <a:off x="445588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47E7E72-EC7D-477B-8049-BBFC86FEFF13}"/>
                </a:ext>
              </a:extLst>
            </p:cNvPr>
            <p:cNvCxnSpPr>
              <a:cxnSpLocks/>
            </p:cNvCxnSpPr>
            <p:nvPr/>
          </p:nvCxnSpPr>
          <p:spPr>
            <a:xfrm flipH="1">
              <a:off x="460384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BAB7941-03C6-4F12-9E04-9077539D8580}"/>
                </a:ext>
              </a:extLst>
            </p:cNvPr>
            <p:cNvCxnSpPr>
              <a:cxnSpLocks/>
            </p:cNvCxnSpPr>
            <p:nvPr/>
          </p:nvCxnSpPr>
          <p:spPr>
            <a:xfrm flipH="1">
              <a:off x="475179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49FD28-7095-45B9-A159-1411E0D082CF}"/>
                </a:ext>
              </a:extLst>
            </p:cNvPr>
            <p:cNvCxnSpPr>
              <a:cxnSpLocks/>
            </p:cNvCxnSpPr>
            <p:nvPr/>
          </p:nvCxnSpPr>
          <p:spPr>
            <a:xfrm flipH="1">
              <a:off x="489975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94CE044-D8F7-478D-AC0F-4B7B7EC81420}"/>
                </a:ext>
              </a:extLst>
            </p:cNvPr>
            <p:cNvCxnSpPr>
              <a:cxnSpLocks/>
            </p:cNvCxnSpPr>
            <p:nvPr/>
          </p:nvCxnSpPr>
          <p:spPr>
            <a:xfrm flipH="1">
              <a:off x="504770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4DFADAC-57F4-4EB2-9CF7-1020DEA1EB0C}"/>
                </a:ext>
              </a:extLst>
            </p:cNvPr>
            <p:cNvCxnSpPr>
              <a:cxnSpLocks/>
            </p:cNvCxnSpPr>
            <p:nvPr/>
          </p:nvCxnSpPr>
          <p:spPr>
            <a:xfrm flipH="1">
              <a:off x="519566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24" name="Straight Connector 23">
            <a:extLst>
              <a:ext uri="{FF2B5EF4-FFF2-40B4-BE49-F238E27FC236}">
                <a16:creationId xmlns:a16="http://schemas.microsoft.com/office/drawing/2014/main" id="{B0A8832C-24F7-4903-86A4-6AE9F1C8E555}"/>
              </a:ext>
            </a:extLst>
          </p:cNvPr>
          <p:cNvCxnSpPr>
            <a:cxnSpLocks/>
          </p:cNvCxnSpPr>
          <p:nvPr/>
        </p:nvCxnSpPr>
        <p:spPr>
          <a:xfrm flipH="1">
            <a:off x="11201400" y="358094"/>
            <a:ext cx="981075"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C96E1AB-AAFA-4C31-A014-04B75B16B1D9}"/>
              </a:ext>
            </a:extLst>
          </p:cNvPr>
          <p:cNvCxnSpPr>
            <a:cxnSpLocks/>
          </p:cNvCxnSpPr>
          <p:nvPr/>
        </p:nvCxnSpPr>
        <p:spPr>
          <a:xfrm>
            <a:off x="895816" y="2627086"/>
            <a:ext cx="0" cy="4211864"/>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D8E0974-BC24-4BA5-97A3-EC9ED8F4A343}"/>
              </a:ext>
            </a:extLst>
          </p:cNvPr>
          <p:cNvCxnSpPr>
            <a:cxnSpLocks/>
          </p:cNvCxnSpPr>
          <p:nvPr/>
        </p:nvCxnSpPr>
        <p:spPr>
          <a:xfrm>
            <a:off x="529166" y="4838700"/>
            <a:ext cx="0" cy="200025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C026667-799F-4EB6-B96F-4D9051F3C6F9}"/>
              </a:ext>
            </a:extLst>
          </p:cNvPr>
          <p:cNvCxnSpPr>
            <a:cxnSpLocks/>
          </p:cNvCxnSpPr>
          <p:nvPr/>
        </p:nvCxnSpPr>
        <p:spPr>
          <a:xfrm>
            <a:off x="232283" y="6248400"/>
            <a:ext cx="0" cy="59055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C476F0D7-F33E-4A33-9A25-D15E7B57E91D}"/>
              </a:ext>
            </a:extLst>
          </p:cNvPr>
          <p:cNvGrpSpPr/>
          <p:nvPr/>
        </p:nvGrpSpPr>
        <p:grpSpPr>
          <a:xfrm>
            <a:off x="2563916" y="358094"/>
            <a:ext cx="1729654" cy="848268"/>
            <a:chOff x="233739" y="283295"/>
            <a:chExt cx="1729654" cy="848268"/>
          </a:xfrm>
          <a:gradFill>
            <a:gsLst>
              <a:gs pos="0">
                <a:schemeClr val="accent3"/>
              </a:gs>
              <a:gs pos="100000">
                <a:schemeClr val="tx1">
                  <a:alpha val="0"/>
                </a:schemeClr>
              </a:gs>
            </a:gsLst>
            <a:lin ang="0" scaled="1"/>
          </a:gradFill>
        </p:grpSpPr>
        <p:grpSp>
          <p:nvGrpSpPr>
            <p:cNvPr id="34" name="Group 33">
              <a:extLst>
                <a:ext uri="{FF2B5EF4-FFF2-40B4-BE49-F238E27FC236}">
                  <a16:creationId xmlns:a16="http://schemas.microsoft.com/office/drawing/2014/main" id="{75D90828-5100-410A-8A8E-4687D38638FA}"/>
                </a:ext>
              </a:extLst>
            </p:cNvPr>
            <p:cNvGrpSpPr/>
            <p:nvPr/>
          </p:nvGrpSpPr>
          <p:grpSpPr>
            <a:xfrm rot="5400000">
              <a:off x="1055270" y="-538236"/>
              <a:ext cx="86591" cy="1729654"/>
              <a:chOff x="85292" y="59892"/>
              <a:chExt cx="86591" cy="1729654"/>
            </a:xfrm>
            <a:grpFill/>
          </p:grpSpPr>
          <p:sp>
            <p:nvSpPr>
              <p:cNvPr id="68" name="Oval 67">
                <a:extLst>
                  <a:ext uri="{FF2B5EF4-FFF2-40B4-BE49-F238E27FC236}">
                    <a16:creationId xmlns:a16="http://schemas.microsoft.com/office/drawing/2014/main" id="{81DCCFD7-E0A5-47AD-986F-4F362EFA64B4}"/>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CFB457A8-22BF-445D-8BE4-A5F0B8F28315}"/>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F9CE3CC5-6A7F-4EDF-98E8-87C0423E576A}"/>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BC7124F4-4C3D-4E37-BAE9-9EDED01A0EA0}"/>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D535BD03-2F0C-4000-88DC-929BE058361D}"/>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E3252F64-CB94-446A-9777-533DA0DFB361}"/>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EBA391DC-019F-4A84-880F-EE19B975D245}"/>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B1664578-5E45-4F3B-87FF-5CACEC9B8DFA}"/>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E03CCC18-FFEA-4FB8-9EFD-6C14B821CC83}"/>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69A5247D-C922-46D3-8D5E-C5BA40B504A7}"/>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2163A3C6-F6A5-4A7C-9540-CE170FFD1C11}"/>
                </a:ext>
              </a:extLst>
            </p:cNvPr>
            <p:cNvGrpSpPr/>
            <p:nvPr/>
          </p:nvGrpSpPr>
          <p:grpSpPr>
            <a:xfrm rot="5400000">
              <a:off x="1055270" y="-284344"/>
              <a:ext cx="86591" cy="1729654"/>
              <a:chOff x="85292" y="59892"/>
              <a:chExt cx="86591" cy="1729654"/>
            </a:xfrm>
            <a:grpFill/>
          </p:grpSpPr>
          <p:sp>
            <p:nvSpPr>
              <p:cNvPr id="58" name="Oval 57">
                <a:extLst>
                  <a:ext uri="{FF2B5EF4-FFF2-40B4-BE49-F238E27FC236}">
                    <a16:creationId xmlns:a16="http://schemas.microsoft.com/office/drawing/2014/main" id="{A38A5E62-0408-4617-838D-0C50A772158D}"/>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6D471D9B-B1A8-4A13-B904-D1F99AE2A052}"/>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59015498-9B56-4E63-A85E-C9F3BC12C5F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072DCEF1-0785-4B65-AE1F-56F85C2FF31B}"/>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FF75C609-B566-4B1B-9ADD-14310F3129D9}"/>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3EB0BFA9-3F87-437F-A039-56CC41037663}"/>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976DEC39-9D0A-44FB-9A62-C28F18F749C5}"/>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670AA069-8264-4C03-B5A9-69BC6E2AFA16}"/>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DEB57F6E-1D9B-4351-8C01-E6CF70C574FE}"/>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4DC638D5-8901-4644-ABD5-35D803D1D606}"/>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E0884EA3-8932-4332-B434-E341678CD491}"/>
                </a:ext>
              </a:extLst>
            </p:cNvPr>
            <p:cNvGrpSpPr/>
            <p:nvPr/>
          </p:nvGrpSpPr>
          <p:grpSpPr>
            <a:xfrm rot="5400000">
              <a:off x="1055270" y="-30452"/>
              <a:ext cx="86591" cy="1729654"/>
              <a:chOff x="85292" y="59892"/>
              <a:chExt cx="86591" cy="1729654"/>
            </a:xfrm>
            <a:grpFill/>
          </p:grpSpPr>
          <p:sp>
            <p:nvSpPr>
              <p:cNvPr id="48" name="Oval 47">
                <a:extLst>
                  <a:ext uri="{FF2B5EF4-FFF2-40B4-BE49-F238E27FC236}">
                    <a16:creationId xmlns:a16="http://schemas.microsoft.com/office/drawing/2014/main" id="{5F088E95-F67A-4E2A-96CD-096E878B2397}"/>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BF7EA06-3AB5-4176-BCF5-EA49597E187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0303BAB0-F36E-4FFC-8AC9-E888B036E05B}"/>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BDCEEE51-8A01-450A-BBB6-2EE82FAD25C7}"/>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AF7E0978-36BC-4FFC-BC62-78004EC6545F}"/>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26E88A2D-E06A-4B31-897A-F29D5BCA6059}"/>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CABE59FC-4023-4E7D-8847-A16CB70E1FF1}"/>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CC430C89-D3C1-4F61-A6C8-16EF64470952}"/>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54358A37-A5A9-4A84-B2DD-B5FB8BE394EA}"/>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E11FDEA4-5CF8-46B6-B19D-5C4AE81BF77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D4429CDA-BCA9-4826-A6E2-7306FC4012FB}"/>
                </a:ext>
              </a:extLst>
            </p:cNvPr>
            <p:cNvGrpSpPr/>
            <p:nvPr/>
          </p:nvGrpSpPr>
          <p:grpSpPr>
            <a:xfrm rot="5400000">
              <a:off x="1055270" y="223441"/>
              <a:ext cx="86591" cy="1729654"/>
              <a:chOff x="85292" y="59892"/>
              <a:chExt cx="86591" cy="1729654"/>
            </a:xfrm>
            <a:grpFill/>
          </p:grpSpPr>
          <p:sp>
            <p:nvSpPr>
              <p:cNvPr id="38" name="Oval 37">
                <a:extLst>
                  <a:ext uri="{FF2B5EF4-FFF2-40B4-BE49-F238E27FC236}">
                    <a16:creationId xmlns:a16="http://schemas.microsoft.com/office/drawing/2014/main" id="{E4547F50-1583-4489-88DA-074C4B15BE50}"/>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6D963E37-01FA-483F-97B8-283894A51733}"/>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FB26921C-9545-4AC1-A39D-97CC01AA7DED}"/>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C7F50F07-F94F-4240-B23B-19737864FC3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63E80846-CB79-4D2B-89D5-4FE39182BD64}"/>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37088A44-5D33-4105-8791-905E8F2ED162}"/>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4309E6E7-66E4-43A5-AF5B-98CCB5A6D217}"/>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50032B6A-F2E9-4056-9271-31D8BF23E443}"/>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F62B9C11-1F77-44B5-899A-12FC9D4A3236}"/>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AA822719-F362-49F2-BF1A-E07F246EFBDF}"/>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8" name="Group 77">
            <a:extLst>
              <a:ext uri="{FF2B5EF4-FFF2-40B4-BE49-F238E27FC236}">
                <a16:creationId xmlns:a16="http://schemas.microsoft.com/office/drawing/2014/main" id="{C13D135F-54DE-4187-AC61-D78180B82C45}"/>
              </a:ext>
            </a:extLst>
          </p:cNvPr>
          <p:cNvGrpSpPr/>
          <p:nvPr/>
        </p:nvGrpSpPr>
        <p:grpSpPr>
          <a:xfrm>
            <a:off x="10260116" y="5025344"/>
            <a:ext cx="1729654" cy="848268"/>
            <a:chOff x="233739" y="283295"/>
            <a:chExt cx="1729654" cy="848268"/>
          </a:xfrm>
          <a:gradFill>
            <a:gsLst>
              <a:gs pos="0">
                <a:schemeClr val="accent3"/>
              </a:gs>
              <a:gs pos="100000">
                <a:schemeClr val="tx1">
                  <a:alpha val="0"/>
                </a:schemeClr>
              </a:gs>
            </a:gsLst>
            <a:lin ang="0" scaled="1"/>
          </a:gradFill>
        </p:grpSpPr>
        <p:grpSp>
          <p:nvGrpSpPr>
            <p:cNvPr id="79" name="Group 78">
              <a:extLst>
                <a:ext uri="{FF2B5EF4-FFF2-40B4-BE49-F238E27FC236}">
                  <a16:creationId xmlns:a16="http://schemas.microsoft.com/office/drawing/2014/main" id="{C8596B4A-332B-4DF9-964B-58055561AB9D}"/>
                </a:ext>
              </a:extLst>
            </p:cNvPr>
            <p:cNvGrpSpPr/>
            <p:nvPr/>
          </p:nvGrpSpPr>
          <p:grpSpPr>
            <a:xfrm rot="5400000">
              <a:off x="1055270" y="-538236"/>
              <a:ext cx="86591" cy="1729654"/>
              <a:chOff x="85292" y="59892"/>
              <a:chExt cx="86591" cy="1729654"/>
            </a:xfrm>
            <a:grpFill/>
          </p:grpSpPr>
          <p:sp>
            <p:nvSpPr>
              <p:cNvPr id="113" name="Oval 112">
                <a:extLst>
                  <a:ext uri="{FF2B5EF4-FFF2-40B4-BE49-F238E27FC236}">
                    <a16:creationId xmlns:a16="http://schemas.microsoft.com/office/drawing/2014/main" id="{7089744E-FA18-468B-AAB3-5708BA336F44}"/>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0D9E6EAE-84CC-44BE-8470-02AF07EFE40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a:extLst>
                  <a:ext uri="{FF2B5EF4-FFF2-40B4-BE49-F238E27FC236}">
                    <a16:creationId xmlns:a16="http://schemas.microsoft.com/office/drawing/2014/main" id="{6A9A00CF-96C1-4049-BA32-48C7F14190C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1B205536-8343-4753-8C3C-6EBAD27CB025}"/>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FFE1934F-0BA2-4B7F-8C40-2B8A30E23D43}"/>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39D6ECF3-87B6-456E-A872-B472FC3E78EA}"/>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B070C7AC-0E68-48F9-B7A5-C39C9370F9ED}"/>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CE8DDDFF-8040-4BEA-AE98-38E72EAFA225}"/>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F37BA6A8-B41B-44F7-80B9-DDC6DBBD46FF}"/>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E055EE7C-F064-42A2-8872-9B6A1FE5B1C4}"/>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0" name="Group 79">
              <a:extLst>
                <a:ext uri="{FF2B5EF4-FFF2-40B4-BE49-F238E27FC236}">
                  <a16:creationId xmlns:a16="http://schemas.microsoft.com/office/drawing/2014/main" id="{EECCF488-A5E3-4BA6-9C2A-9D42966EC4C7}"/>
                </a:ext>
              </a:extLst>
            </p:cNvPr>
            <p:cNvGrpSpPr/>
            <p:nvPr/>
          </p:nvGrpSpPr>
          <p:grpSpPr>
            <a:xfrm rot="5400000">
              <a:off x="1055270" y="-284344"/>
              <a:ext cx="86591" cy="1729654"/>
              <a:chOff x="85292" y="59892"/>
              <a:chExt cx="86591" cy="1729654"/>
            </a:xfrm>
            <a:grpFill/>
          </p:grpSpPr>
          <p:sp>
            <p:nvSpPr>
              <p:cNvPr id="103" name="Oval 102">
                <a:extLst>
                  <a:ext uri="{FF2B5EF4-FFF2-40B4-BE49-F238E27FC236}">
                    <a16:creationId xmlns:a16="http://schemas.microsoft.com/office/drawing/2014/main" id="{0E42244A-7AA6-453D-B12B-F427F4D64F0E}"/>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4FBC28B3-941C-4E3B-91C4-DAB4186DCBC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D4E23335-3D76-421A-A455-D3E75C21F314}"/>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831EDD80-EEF3-4CB2-B523-52A7633A6C38}"/>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15C6C3B7-66FB-4502-AA4A-4494C7079A38}"/>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8F610EBE-B34C-4B1C-A526-53B0B548B0C4}"/>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E740292B-3A54-44CB-8030-D451E034C52F}"/>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D4893017-2A88-4489-BD53-8FA9D91043ED}"/>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BD55C28F-69B6-4462-B8D2-EF6487547A8B}"/>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B1AC7914-4D7B-4804-BB25-98795DFBBE7B}"/>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AA18B733-BFB7-4FD4-ABDE-08285BB754DD}"/>
                </a:ext>
              </a:extLst>
            </p:cNvPr>
            <p:cNvGrpSpPr/>
            <p:nvPr/>
          </p:nvGrpSpPr>
          <p:grpSpPr>
            <a:xfrm rot="5400000">
              <a:off x="1055270" y="-30452"/>
              <a:ext cx="86591" cy="1729654"/>
              <a:chOff x="85292" y="59892"/>
              <a:chExt cx="86591" cy="1729654"/>
            </a:xfrm>
            <a:grpFill/>
          </p:grpSpPr>
          <p:sp>
            <p:nvSpPr>
              <p:cNvPr id="93" name="Oval 92">
                <a:extLst>
                  <a:ext uri="{FF2B5EF4-FFF2-40B4-BE49-F238E27FC236}">
                    <a16:creationId xmlns:a16="http://schemas.microsoft.com/office/drawing/2014/main" id="{340D1657-54A1-46F3-B1DC-998063F67812}"/>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C1669A70-1DAC-498F-AB5C-8E8050B209D0}"/>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EF52E370-21DD-4B9E-971A-B72A552BC725}"/>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867B3439-6708-452C-8E7D-7ACC2C83F622}"/>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39A99387-5750-40CA-A2C3-6093B03200A4}"/>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77CD4979-8E37-4A55-BAE6-4702AAA82F15}"/>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72B9F5C5-E9ED-40B1-A850-67D8CF81FB0C}"/>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6DB136E8-23B5-485C-81F9-65B6E3556C2F}"/>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AE5A1B14-04E3-461A-BCA8-4254D4D84005}"/>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05E07A7D-4B74-4882-AB43-BBBB303B9F6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 name="Group 81">
              <a:extLst>
                <a:ext uri="{FF2B5EF4-FFF2-40B4-BE49-F238E27FC236}">
                  <a16:creationId xmlns:a16="http://schemas.microsoft.com/office/drawing/2014/main" id="{CE0EC56B-FD84-4BEA-B1F3-0B181EB8211E}"/>
                </a:ext>
              </a:extLst>
            </p:cNvPr>
            <p:cNvGrpSpPr/>
            <p:nvPr/>
          </p:nvGrpSpPr>
          <p:grpSpPr>
            <a:xfrm rot="5400000">
              <a:off x="1055270" y="223441"/>
              <a:ext cx="86591" cy="1729654"/>
              <a:chOff x="85292" y="59892"/>
              <a:chExt cx="86591" cy="1729654"/>
            </a:xfrm>
            <a:grpFill/>
          </p:grpSpPr>
          <p:sp>
            <p:nvSpPr>
              <p:cNvPr id="83" name="Oval 82">
                <a:extLst>
                  <a:ext uri="{FF2B5EF4-FFF2-40B4-BE49-F238E27FC236}">
                    <a16:creationId xmlns:a16="http://schemas.microsoft.com/office/drawing/2014/main" id="{35F804F5-26BA-436E-B40B-B30E284EC6EA}"/>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3E4AA924-361E-4477-93B5-5CBF68B0B88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8D5CCCF6-FB7D-4579-B0D9-891F9F500D4B}"/>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A9F21A39-8D85-4650-AD05-75689CDA9D7F}"/>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FCD21955-8A08-4D03-B59A-9C03F93E8CFD}"/>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6F1A9CEA-3ECE-48BC-9EB9-0642C7DC2977}"/>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04CE57BE-8602-41CB-8971-5D7E9BA4F21C}"/>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723CD544-17A7-4A26-8C21-949FF32C455C}"/>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C016A52F-5E0B-46A6-9565-F264E4E4662C}"/>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5C314357-2C06-4593-A9EE-822A1DE6D77B}"/>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3" name="Group 122">
            <a:extLst>
              <a:ext uri="{FF2B5EF4-FFF2-40B4-BE49-F238E27FC236}">
                <a16:creationId xmlns:a16="http://schemas.microsoft.com/office/drawing/2014/main" id="{F184C3A3-073C-4EF4-ADD6-2254197028A5}"/>
              </a:ext>
            </a:extLst>
          </p:cNvPr>
          <p:cNvGrpSpPr/>
          <p:nvPr/>
        </p:nvGrpSpPr>
        <p:grpSpPr>
          <a:xfrm rot="16200000">
            <a:off x="-23244" y="5404397"/>
            <a:ext cx="1729654" cy="848268"/>
            <a:chOff x="233739" y="283295"/>
            <a:chExt cx="1729654" cy="848268"/>
          </a:xfrm>
          <a:gradFill>
            <a:gsLst>
              <a:gs pos="0">
                <a:schemeClr val="accent3"/>
              </a:gs>
              <a:gs pos="100000">
                <a:schemeClr val="tx1">
                  <a:alpha val="0"/>
                </a:schemeClr>
              </a:gs>
            </a:gsLst>
            <a:lin ang="0" scaled="1"/>
          </a:gradFill>
        </p:grpSpPr>
        <p:grpSp>
          <p:nvGrpSpPr>
            <p:cNvPr id="124" name="Group 123">
              <a:extLst>
                <a:ext uri="{FF2B5EF4-FFF2-40B4-BE49-F238E27FC236}">
                  <a16:creationId xmlns:a16="http://schemas.microsoft.com/office/drawing/2014/main" id="{2F1BCD85-0C1D-4C81-A1CF-64000091D4E6}"/>
                </a:ext>
              </a:extLst>
            </p:cNvPr>
            <p:cNvGrpSpPr/>
            <p:nvPr/>
          </p:nvGrpSpPr>
          <p:grpSpPr>
            <a:xfrm rot="5400000">
              <a:off x="1055270" y="-538236"/>
              <a:ext cx="86591" cy="1729654"/>
              <a:chOff x="85292" y="59892"/>
              <a:chExt cx="86591" cy="1729654"/>
            </a:xfrm>
            <a:grpFill/>
          </p:grpSpPr>
          <p:sp>
            <p:nvSpPr>
              <p:cNvPr id="158" name="Oval 157">
                <a:extLst>
                  <a:ext uri="{FF2B5EF4-FFF2-40B4-BE49-F238E27FC236}">
                    <a16:creationId xmlns:a16="http://schemas.microsoft.com/office/drawing/2014/main" id="{FF2373DD-0104-4E61-B137-E791C61E9FB7}"/>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a:extLst>
                  <a:ext uri="{FF2B5EF4-FFF2-40B4-BE49-F238E27FC236}">
                    <a16:creationId xmlns:a16="http://schemas.microsoft.com/office/drawing/2014/main" id="{345AC7EC-89B0-4DAF-ABE1-917D9391A4A7}"/>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a:extLst>
                  <a:ext uri="{FF2B5EF4-FFF2-40B4-BE49-F238E27FC236}">
                    <a16:creationId xmlns:a16="http://schemas.microsoft.com/office/drawing/2014/main" id="{5C8C5AE6-1949-4756-896F-650D73091547}"/>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Oval 160">
                <a:extLst>
                  <a:ext uri="{FF2B5EF4-FFF2-40B4-BE49-F238E27FC236}">
                    <a16:creationId xmlns:a16="http://schemas.microsoft.com/office/drawing/2014/main" id="{7714A075-3639-4519-AA5E-BB8C66AD98C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Oval 161">
                <a:extLst>
                  <a:ext uri="{FF2B5EF4-FFF2-40B4-BE49-F238E27FC236}">
                    <a16:creationId xmlns:a16="http://schemas.microsoft.com/office/drawing/2014/main" id="{C9935CF5-1B4B-4695-AFAC-6D9A16F0C7C8}"/>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a:extLst>
                  <a:ext uri="{FF2B5EF4-FFF2-40B4-BE49-F238E27FC236}">
                    <a16:creationId xmlns:a16="http://schemas.microsoft.com/office/drawing/2014/main" id="{C41A35E7-7A97-4863-9502-5BCECCEF4228}"/>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a:extLst>
                  <a:ext uri="{FF2B5EF4-FFF2-40B4-BE49-F238E27FC236}">
                    <a16:creationId xmlns:a16="http://schemas.microsoft.com/office/drawing/2014/main" id="{11EB2960-154B-454B-877C-5F091670D252}"/>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Oval 164">
                <a:extLst>
                  <a:ext uri="{FF2B5EF4-FFF2-40B4-BE49-F238E27FC236}">
                    <a16:creationId xmlns:a16="http://schemas.microsoft.com/office/drawing/2014/main" id="{0371AF70-5D28-4BBB-9493-087622E0386E}"/>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a:extLst>
                  <a:ext uri="{FF2B5EF4-FFF2-40B4-BE49-F238E27FC236}">
                    <a16:creationId xmlns:a16="http://schemas.microsoft.com/office/drawing/2014/main" id="{D2F1F8DC-F58E-49D4-91E3-85F61E12F3E0}"/>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Oval 166">
                <a:extLst>
                  <a:ext uri="{FF2B5EF4-FFF2-40B4-BE49-F238E27FC236}">
                    <a16:creationId xmlns:a16="http://schemas.microsoft.com/office/drawing/2014/main" id="{4E230B08-640F-4352-84BF-D632E137D54E}"/>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5" name="Group 124">
              <a:extLst>
                <a:ext uri="{FF2B5EF4-FFF2-40B4-BE49-F238E27FC236}">
                  <a16:creationId xmlns:a16="http://schemas.microsoft.com/office/drawing/2014/main" id="{E9D79321-D215-4181-B7B5-6E83D3F90EEA}"/>
                </a:ext>
              </a:extLst>
            </p:cNvPr>
            <p:cNvGrpSpPr/>
            <p:nvPr/>
          </p:nvGrpSpPr>
          <p:grpSpPr>
            <a:xfrm rot="5400000">
              <a:off x="1055270" y="-284344"/>
              <a:ext cx="86591" cy="1729654"/>
              <a:chOff x="85292" y="59892"/>
              <a:chExt cx="86591" cy="1729654"/>
            </a:xfrm>
            <a:grpFill/>
          </p:grpSpPr>
          <p:sp>
            <p:nvSpPr>
              <p:cNvPr id="148" name="Oval 147">
                <a:extLst>
                  <a:ext uri="{FF2B5EF4-FFF2-40B4-BE49-F238E27FC236}">
                    <a16:creationId xmlns:a16="http://schemas.microsoft.com/office/drawing/2014/main" id="{91A2325B-90FB-4B3B-9B3E-5742ED7F6D05}"/>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Oval 148">
                <a:extLst>
                  <a:ext uri="{FF2B5EF4-FFF2-40B4-BE49-F238E27FC236}">
                    <a16:creationId xmlns:a16="http://schemas.microsoft.com/office/drawing/2014/main" id="{9587DC87-5BDA-4D33-9B80-B4CE8E797ADA}"/>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a:extLst>
                  <a:ext uri="{FF2B5EF4-FFF2-40B4-BE49-F238E27FC236}">
                    <a16:creationId xmlns:a16="http://schemas.microsoft.com/office/drawing/2014/main" id="{A7E49CED-B878-4F1D-97FD-F0D5FBA13C9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a:extLst>
                  <a:ext uri="{FF2B5EF4-FFF2-40B4-BE49-F238E27FC236}">
                    <a16:creationId xmlns:a16="http://schemas.microsoft.com/office/drawing/2014/main" id="{E4EB0D13-92C9-4227-85E9-42968549A3A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a:extLst>
                  <a:ext uri="{FF2B5EF4-FFF2-40B4-BE49-F238E27FC236}">
                    <a16:creationId xmlns:a16="http://schemas.microsoft.com/office/drawing/2014/main" id="{456749B0-5674-45E1-B4DB-A3DB15FE37F0}"/>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a:extLst>
                  <a:ext uri="{FF2B5EF4-FFF2-40B4-BE49-F238E27FC236}">
                    <a16:creationId xmlns:a16="http://schemas.microsoft.com/office/drawing/2014/main" id="{1FF90E95-A4E9-4220-9A93-EC0677C0AAC9}"/>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a:extLst>
                  <a:ext uri="{FF2B5EF4-FFF2-40B4-BE49-F238E27FC236}">
                    <a16:creationId xmlns:a16="http://schemas.microsoft.com/office/drawing/2014/main" id="{F1F06578-D017-4B76-ACFF-1DF22AD672DD}"/>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a:extLst>
                  <a:ext uri="{FF2B5EF4-FFF2-40B4-BE49-F238E27FC236}">
                    <a16:creationId xmlns:a16="http://schemas.microsoft.com/office/drawing/2014/main" id="{53111620-21A8-4D82-8F30-BABE40857A58}"/>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28BF1636-A4E1-407A-8D75-7C89541A4B01}"/>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a:extLst>
                  <a:ext uri="{FF2B5EF4-FFF2-40B4-BE49-F238E27FC236}">
                    <a16:creationId xmlns:a16="http://schemas.microsoft.com/office/drawing/2014/main" id="{D69FB0EC-49CB-470C-A688-D8EEF01C0C1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125">
              <a:extLst>
                <a:ext uri="{FF2B5EF4-FFF2-40B4-BE49-F238E27FC236}">
                  <a16:creationId xmlns:a16="http://schemas.microsoft.com/office/drawing/2014/main" id="{E78C7CF2-5B50-4FDE-945B-85F366423944}"/>
                </a:ext>
              </a:extLst>
            </p:cNvPr>
            <p:cNvGrpSpPr/>
            <p:nvPr/>
          </p:nvGrpSpPr>
          <p:grpSpPr>
            <a:xfrm rot="5400000">
              <a:off x="1055270" y="-30452"/>
              <a:ext cx="86591" cy="1729654"/>
              <a:chOff x="85292" y="59892"/>
              <a:chExt cx="86591" cy="1729654"/>
            </a:xfrm>
            <a:grpFill/>
          </p:grpSpPr>
          <p:sp>
            <p:nvSpPr>
              <p:cNvPr id="138" name="Oval 137">
                <a:extLst>
                  <a:ext uri="{FF2B5EF4-FFF2-40B4-BE49-F238E27FC236}">
                    <a16:creationId xmlns:a16="http://schemas.microsoft.com/office/drawing/2014/main" id="{80F752F0-D6D2-4C81-B51E-B41D0A5F370D}"/>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a:extLst>
                  <a:ext uri="{FF2B5EF4-FFF2-40B4-BE49-F238E27FC236}">
                    <a16:creationId xmlns:a16="http://schemas.microsoft.com/office/drawing/2014/main" id="{05721A32-45CF-4DAC-89CF-522A15558B8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a:extLst>
                  <a:ext uri="{FF2B5EF4-FFF2-40B4-BE49-F238E27FC236}">
                    <a16:creationId xmlns:a16="http://schemas.microsoft.com/office/drawing/2014/main" id="{1B15AC74-A498-4469-BE65-01CB7A6F7BE3}"/>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1FE29D41-6A85-4140-9F2D-26A3154F9D35}"/>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a:extLst>
                  <a:ext uri="{FF2B5EF4-FFF2-40B4-BE49-F238E27FC236}">
                    <a16:creationId xmlns:a16="http://schemas.microsoft.com/office/drawing/2014/main" id="{31F04094-164F-48B5-8AF3-79C2D48092E3}"/>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a:extLst>
                  <a:ext uri="{FF2B5EF4-FFF2-40B4-BE49-F238E27FC236}">
                    <a16:creationId xmlns:a16="http://schemas.microsoft.com/office/drawing/2014/main" id="{03C47591-C01F-4A21-A881-B3ADDBB5AF38}"/>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a:extLst>
                  <a:ext uri="{FF2B5EF4-FFF2-40B4-BE49-F238E27FC236}">
                    <a16:creationId xmlns:a16="http://schemas.microsoft.com/office/drawing/2014/main" id="{E0165459-0291-4E9A-B276-F5F43E9583E4}"/>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a:extLst>
                  <a:ext uri="{FF2B5EF4-FFF2-40B4-BE49-F238E27FC236}">
                    <a16:creationId xmlns:a16="http://schemas.microsoft.com/office/drawing/2014/main" id="{F850E9DC-097E-46B7-A242-1810A996BBF2}"/>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FEF33DE2-183A-4301-958F-9E1AD301A007}"/>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Oval 146">
                <a:extLst>
                  <a:ext uri="{FF2B5EF4-FFF2-40B4-BE49-F238E27FC236}">
                    <a16:creationId xmlns:a16="http://schemas.microsoft.com/office/drawing/2014/main" id="{9B6FCC23-E8EA-46D1-B589-AF25D9BFA639}"/>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7" name="Group 126">
              <a:extLst>
                <a:ext uri="{FF2B5EF4-FFF2-40B4-BE49-F238E27FC236}">
                  <a16:creationId xmlns:a16="http://schemas.microsoft.com/office/drawing/2014/main" id="{6E72CABD-5337-4E73-A16D-F3C6D2B7AACC}"/>
                </a:ext>
              </a:extLst>
            </p:cNvPr>
            <p:cNvGrpSpPr/>
            <p:nvPr/>
          </p:nvGrpSpPr>
          <p:grpSpPr>
            <a:xfrm rot="5400000">
              <a:off x="1055270" y="223441"/>
              <a:ext cx="86591" cy="1729654"/>
              <a:chOff x="85292" y="59892"/>
              <a:chExt cx="86591" cy="1729654"/>
            </a:xfrm>
            <a:grpFill/>
          </p:grpSpPr>
          <p:sp>
            <p:nvSpPr>
              <p:cNvPr id="128" name="Oval 127">
                <a:extLst>
                  <a:ext uri="{FF2B5EF4-FFF2-40B4-BE49-F238E27FC236}">
                    <a16:creationId xmlns:a16="http://schemas.microsoft.com/office/drawing/2014/main" id="{136A3317-CB32-4574-B664-CE93E62402DA}"/>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2F1A3F06-65C6-4314-B364-C613F20BC0E3}"/>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405FD8D2-2A72-41DC-97A1-3BBC3BA58C01}"/>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8223FC2C-3E81-479D-BCA9-27A74861B47C}"/>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33ECFB38-EC1C-436B-B1FF-4B3C85260109}"/>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a:extLst>
                  <a:ext uri="{FF2B5EF4-FFF2-40B4-BE49-F238E27FC236}">
                    <a16:creationId xmlns:a16="http://schemas.microsoft.com/office/drawing/2014/main" id="{EDC08F8F-07F7-4AA7-9F6E-4F3A4A77164C}"/>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a:extLst>
                  <a:ext uri="{FF2B5EF4-FFF2-40B4-BE49-F238E27FC236}">
                    <a16:creationId xmlns:a16="http://schemas.microsoft.com/office/drawing/2014/main" id="{57609A66-32D2-4EF0-9DCE-A2537AB10743}"/>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03B13ECD-F2C1-43A7-927A-ECAF48CE60B9}"/>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3B1D26A5-414D-4F83-8062-FFF3667BEF3A}"/>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a:extLst>
                  <a:ext uri="{FF2B5EF4-FFF2-40B4-BE49-F238E27FC236}">
                    <a16:creationId xmlns:a16="http://schemas.microsoft.com/office/drawing/2014/main" id="{91A00627-C25C-45AE-A80B-92DC6298D9A3}"/>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68" name="TextBox 167">
            <a:extLst>
              <a:ext uri="{FF2B5EF4-FFF2-40B4-BE49-F238E27FC236}">
                <a16:creationId xmlns:a16="http://schemas.microsoft.com/office/drawing/2014/main" id="{A12141E3-F0E6-459C-8E65-E7AB4EF76C3D}"/>
              </a:ext>
            </a:extLst>
          </p:cNvPr>
          <p:cNvSpPr txBox="1"/>
          <p:nvPr/>
        </p:nvSpPr>
        <p:spPr>
          <a:xfrm>
            <a:off x="2701415" y="541169"/>
            <a:ext cx="9004664" cy="523220"/>
          </a:xfrm>
          <a:prstGeom prst="rect">
            <a:avLst/>
          </a:prstGeom>
          <a:noFill/>
        </p:spPr>
        <p:txBody>
          <a:bodyPr wrap="square">
            <a:spAutoFit/>
          </a:bodyPr>
          <a:lstStyle/>
          <a:p>
            <a:pPr algn="ctr"/>
            <a:r>
              <a:rPr lang="en-US" sz="2800" dirty="0">
                <a:solidFill>
                  <a:srgbClr val="FFFFFF"/>
                </a:solidFill>
                <a:effectLst/>
                <a:latin typeface="Tahoma" panose="020B0604030504040204" pitchFamily="34" charset="0"/>
                <a:ea typeface="Tahoma" panose="020B0604030504040204" pitchFamily="34" charset="0"/>
              </a:rPr>
              <a:t>Insights: Customer Analysis</a:t>
            </a:r>
            <a:endParaRPr lang="en-US" sz="2800" dirty="0"/>
          </a:p>
        </p:txBody>
      </p:sp>
      <p:cxnSp>
        <p:nvCxnSpPr>
          <p:cNvPr id="169" name="Straight Connector 168">
            <a:extLst>
              <a:ext uri="{FF2B5EF4-FFF2-40B4-BE49-F238E27FC236}">
                <a16:creationId xmlns:a16="http://schemas.microsoft.com/office/drawing/2014/main" id="{DA9345A3-EF31-48A1-AC43-EA5C3A14F3B4}"/>
              </a:ext>
            </a:extLst>
          </p:cNvPr>
          <p:cNvCxnSpPr>
            <a:cxnSpLocks/>
          </p:cNvCxnSpPr>
          <p:nvPr/>
        </p:nvCxnSpPr>
        <p:spPr>
          <a:xfrm>
            <a:off x="933720" y="1123406"/>
            <a:ext cx="1063107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16" name="Picture 15">
            <a:extLst>
              <a:ext uri="{FF2B5EF4-FFF2-40B4-BE49-F238E27FC236}">
                <a16:creationId xmlns:a16="http://schemas.microsoft.com/office/drawing/2014/main" id="{C9561169-F689-4FC1-99D7-852F1E1968AE}"/>
              </a:ext>
            </a:extLst>
          </p:cNvPr>
          <p:cNvPicPr>
            <a:picLocks noChangeAspect="1"/>
          </p:cNvPicPr>
          <p:nvPr/>
        </p:nvPicPr>
        <p:blipFill>
          <a:blip r:embed="rId5"/>
          <a:stretch>
            <a:fillRect/>
          </a:stretch>
        </p:blipFill>
        <p:spPr>
          <a:xfrm>
            <a:off x="6763183" y="1784859"/>
            <a:ext cx="5312481" cy="4715047"/>
          </a:xfrm>
          <a:prstGeom prst="rect">
            <a:avLst/>
          </a:prstGeom>
        </p:spPr>
      </p:pic>
      <p:sp>
        <p:nvSpPr>
          <p:cNvPr id="171" name="TextBox 170">
            <a:extLst>
              <a:ext uri="{FF2B5EF4-FFF2-40B4-BE49-F238E27FC236}">
                <a16:creationId xmlns:a16="http://schemas.microsoft.com/office/drawing/2014/main" id="{3040AE6F-DA67-45CE-9C04-555A80E18300}"/>
              </a:ext>
            </a:extLst>
          </p:cNvPr>
          <p:cNvSpPr txBox="1"/>
          <p:nvPr/>
        </p:nvSpPr>
        <p:spPr>
          <a:xfrm>
            <a:off x="2108016" y="3451926"/>
            <a:ext cx="4005981" cy="1529842"/>
          </a:xfrm>
          <a:prstGeom prst="rect">
            <a:avLst/>
          </a:prstGeom>
          <a:noFill/>
        </p:spPr>
        <p:txBody>
          <a:bodyPr wrap="square">
            <a:spAutoFit/>
          </a:bodyPr>
          <a:lstStyle/>
          <a:p>
            <a:pPr>
              <a:lnSpc>
                <a:spcPct val="150000"/>
              </a:lnSpc>
            </a:pPr>
            <a:r>
              <a:rPr lang="en-US" sz="1600" dirty="0">
                <a:solidFill>
                  <a:srgbClr val="F0F6FC"/>
                </a:solidFill>
                <a:latin typeface="-apple-system"/>
              </a:rPr>
              <a:t>The Total Revenue by Top 10 customers places EOG resources at the top of the chart, and helps the company to know their MVP customers as against exiting customers.</a:t>
            </a:r>
            <a:endParaRPr lang="en-US" sz="1600" b="1" i="1" dirty="0"/>
          </a:p>
        </p:txBody>
      </p:sp>
      <p:pic>
        <p:nvPicPr>
          <p:cNvPr id="172" name="Image 8">
            <a:extLst>
              <a:ext uri="{FF2B5EF4-FFF2-40B4-BE49-F238E27FC236}">
                <a16:creationId xmlns:a16="http://schemas.microsoft.com/office/drawing/2014/main" id="{9EBFDB35-168C-4A6C-BAF3-CCD3DCD1E78B}"/>
              </a:ext>
            </a:extLst>
          </p:cNvPr>
          <p:cNvPicPr/>
          <p:nvPr/>
        </p:nvPicPr>
        <p:blipFill>
          <a:blip r:embed="rId6" cstate="print"/>
          <a:stretch>
            <a:fillRect/>
          </a:stretch>
        </p:blipFill>
        <p:spPr>
          <a:xfrm>
            <a:off x="50606" y="125218"/>
            <a:ext cx="1189990" cy="380365"/>
          </a:xfrm>
          <a:prstGeom prst="rect">
            <a:avLst/>
          </a:prstGeom>
        </p:spPr>
      </p:pic>
    </p:spTree>
    <p:extLst>
      <p:ext uri="{BB962C8B-B14F-4D97-AF65-F5344CB8AC3E}">
        <p14:creationId xmlns:p14="http://schemas.microsoft.com/office/powerpoint/2010/main" val="4265548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42F45E7-7E3D-4589-9049-07B218C059A3}"/>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t="6117" b="9177"/>
          <a:stretch/>
        </p:blipFill>
        <p:spPr>
          <a:xfrm>
            <a:off x="0" y="0"/>
            <a:ext cx="12192000" cy="6858000"/>
          </a:xfrm>
          <a:prstGeom prst="rect">
            <a:avLst/>
          </a:prstGeom>
        </p:spPr>
      </p:pic>
      <p:sp>
        <p:nvSpPr>
          <p:cNvPr id="3" name="Rectangle 2">
            <a:extLst>
              <a:ext uri="{FF2B5EF4-FFF2-40B4-BE49-F238E27FC236}">
                <a16:creationId xmlns:a16="http://schemas.microsoft.com/office/drawing/2014/main" id="{16C990B1-4642-4784-8516-7A2BDEC39513}"/>
              </a:ext>
            </a:extLst>
          </p:cNvPr>
          <p:cNvSpPr/>
          <p:nvPr/>
        </p:nvSpPr>
        <p:spPr>
          <a:xfrm>
            <a:off x="0" y="0"/>
            <a:ext cx="12192000" cy="6858000"/>
          </a:xfrm>
          <a:prstGeom prst="rect">
            <a:avLst/>
          </a:prstGeom>
          <a:gradFill flip="none" rotWithShape="1">
            <a:gsLst>
              <a:gs pos="0">
                <a:schemeClr val="tx1">
                  <a:alpha val="95000"/>
                </a:schemeClr>
              </a:gs>
              <a:gs pos="100000">
                <a:schemeClr val="tx1">
                  <a:alpha val="95000"/>
                </a:schemeClr>
              </a:gs>
              <a:gs pos="49000">
                <a:schemeClr val="tx1">
                  <a:alpha val="80000"/>
                </a:schemeClr>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D559B658-F1DD-4235-A315-5FA31630973F}"/>
              </a:ext>
            </a:extLst>
          </p:cNvPr>
          <p:cNvSpPr/>
          <p:nvPr/>
        </p:nvSpPr>
        <p:spPr>
          <a:xfrm>
            <a:off x="8648700" y="5524500"/>
            <a:ext cx="3543300" cy="1047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41F1DEF-32DD-40D0-B63D-396863A5080A}"/>
              </a:ext>
            </a:extLst>
          </p:cNvPr>
          <p:cNvSpPr/>
          <p:nvPr/>
        </p:nvSpPr>
        <p:spPr>
          <a:xfrm>
            <a:off x="8243586" y="5723090"/>
            <a:ext cx="3543300" cy="650570"/>
          </a:xfrm>
          <a:prstGeom prst="rect">
            <a:avLst/>
          </a:prstGeom>
          <a:pattFill prst="dkDnDiag">
            <a:fgClr>
              <a:schemeClr val="accent6"/>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B5DE0E6C-D4E2-46CE-95B9-CFEF563B5642}"/>
              </a:ext>
            </a:extLst>
          </p:cNvPr>
          <p:cNvSpPr/>
          <p:nvPr/>
        </p:nvSpPr>
        <p:spPr>
          <a:xfrm>
            <a:off x="-1536702" y="-1549402"/>
            <a:ext cx="3829958" cy="3829958"/>
          </a:xfrm>
          <a:custGeom>
            <a:avLst/>
            <a:gdLst>
              <a:gd name="connsiteX0" fmla="*/ 1914979 w 3829958"/>
              <a:gd name="connsiteY0" fmla="*/ 0 h 3829958"/>
              <a:gd name="connsiteX1" fmla="*/ 3829958 w 3829958"/>
              <a:gd name="connsiteY1" fmla="*/ 1914979 h 3829958"/>
              <a:gd name="connsiteX2" fmla="*/ 3743864 w 3829958"/>
              <a:gd name="connsiteY2" fmla="*/ 2484435 h 3829958"/>
              <a:gd name="connsiteX3" fmla="*/ 3736535 w 3829958"/>
              <a:gd name="connsiteY3" fmla="*/ 2504461 h 3829958"/>
              <a:gd name="connsiteX4" fmla="*/ 3691901 w 3829958"/>
              <a:gd name="connsiteY4" fmla="*/ 2490606 h 3829958"/>
              <a:gd name="connsiteX5" fmla="*/ 3555553 w 3829958"/>
              <a:gd name="connsiteY5" fmla="*/ 2476861 h 3829958"/>
              <a:gd name="connsiteX6" fmla="*/ 2879005 w 3829958"/>
              <a:gd name="connsiteY6" fmla="*/ 3153409 h 3829958"/>
              <a:gd name="connsiteX7" fmla="*/ 2932172 w 3829958"/>
              <a:gd name="connsiteY7" fmla="*/ 3416752 h 3829958"/>
              <a:gd name="connsiteX8" fmla="*/ 2980604 w 3829958"/>
              <a:gd name="connsiteY8" fmla="*/ 3505983 h 3829958"/>
              <a:gd name="connsiteX9" fmla="*/ 2827772 w 3829958"/>
              <a:gd name="connsiteY9" fmla="*/ 3598830 h 3829958"/>
              <a:gd name="connsiteX10" fmla="*/ 1914979 w 3829958"/>
              <a:gd name="connsiteY10" fmla="*/ 3829958 h 3829958"/>
              <a:gd name="connsiteX11" fmla="*/ 0 w 3829958"/>
              <a:gd name="connsiteY11" fmla="*/ 1914979 h 3829958"/>
              <a:gd name="connsiteX12" fmla="*/ 1914979 w 3829958"/>
              <a:gd name="connsiteY12" fmla="*/ 0 h 3829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29958" h="3829958">
                <a:moveTo>
                  <a:pt x="1914979" y="0"/>
                </a:moveTo>
                <a:cubicBezTo>
                  <a:pt x="2972593" y="0"/>
                  <a:pt x="3829958" y="857365"/>
                  <a:pt x="3829958" y="1914979"/>
                </a:cubicBezTo>
                <a:cubicBezTo>
                  <a:pt x="3829958" y="2113282"/>
                  <a:pt x="3799816" y="2304544"/>
                  <a:pt x="3743864" y="2484435"/>
                </a:cubicBezTo>
                <a:lnTo>
                  <a:pt x="3736535" y="2504461"/>
                </a:lnTo>
                <a:lnTo>
                  <a:pt x="3691901" y="2490606"/>
                </a:lnTo>
                <a:cubicBezTo>
                  <a:pt x="3647859" y="2481594"/>
                  <a:pt x="3602259" y="2476861"/>
                  <a:pt x="3555553" y="2476861"/>
                </a:cubicBezTo>
                <a:cubicBezTo>
                  <a:pt x="3181906" y="2476861"/>
                  <a:pt x="2879005" y="2779762"/>
                  <a:pt x="2879005" y="3153409"/>
                </a:cubicBezTo>
                <a:cubicBezTo>
                  <a:pt x="2879005" y="3246821"/>
                  <a:pt x="2897936" y="3335811"/>
                  <a:pt x="2932172" y="3416752"/>
                </a:cubicBezTo>
                <a:lnTo>
                  <a:pt x="2980604" y="3505983"/>
                </a:lnTo>
                <a:lnTo>
                  <a:pt x="2827772" y="3598830"/>
                </a:lnTo>
                <a:cubicBezTo>
                  <a:pt x="2556432" y="3746231"/>
                  <a:pt x="2245483" y="3829958"/>
                  <a:pt x="1914979" y="3829958"/>
                </a:cubicBezTo>
                <a:cubicBezTo>
                  <a:pt x="857365" y="3829958"/>
                  <a:pt x="0" y="2972593"/>
                  <a:pt x="0" y="1914979"/>
                </a:cubicBezTo>
                <a:cubicBezTo>
                  <a:pt x="0" y="857365"/>
                  <a:pt x="857365" y="0"/>
                  <a:pt x="1914979" y="0"/>
                </a:cubicBezTo>
                <a:close/>
              </a:path>
            </a:pathLst>
          </a:custGeom>
          <a:pattFill prst="dkUp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Oval 6">
            <a:extLst>
              <a:ext uri="{FF2B5EF4-FFF2-40B4-BE49-F238E27FC236}">
                <a16:creationId xmlns:a16="http://schemas.microsoft.com/office/drawing/2014/main" id="{B3693BA1-2B08-47EB-AEAD-0DFA8395B271}"/>
              </a:ext>
            </a:extLst>
          </p:cNvPr>
          <p:cNvSpPr/>
          <p:nvPr/>
        </p:nvSpPr>
        <p:spPr>
          <a:xfrm>
            <a:off x="-1938848" y="-1951547"/>
            <a:ext cx="4634248" cy="4634248"/>
          </a:xfrm>
          <a:prstGeom prst="ellipse">
            <a:avLst/>
          </a:prstGeom>
          <a:noFill/>
          <a:ln w="19050">
            <a:solidFill>
              <a:schemeClr val="accent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B622297-A54D-4617-9EBC-CF6D576C5224}"/>
              </a:ext>
            </a:extLst>
          </p:cNvPr>
          <p:cNvSpPr/>
          <p:nvPr/>
        </p:nvSpPr>
        <p:spPr>
          <a:xfrm>
            <a:off x="1556761" y="1141917"/>
            <a:ext cx="924183" cy="92418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80318C4-BCDD-4311-A18F-9265B87A270B}"/>
              </a:ext>
            </a:extLst>
          </p:cNvPr>
          <p:cNvSpPr/>
          <p:nvPr/>
        </p:nvSpPr>
        <p:spPr>
          <a:xfrm rot="10800000">
            <a:off x="8445500" y="5617650"/>
            <a:ext cx="1041400" cy="2108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F698AE66-5967-4786-9D8F-1A725F6FC702}"/>
              </a:ext>
            </a:extLst>
          </p:cNvPr>
          <p:cNvGrpSpPr/>
          <p:nvPr/>
        </p:nvGrpSpPr>
        <p:grpSpPr>
          <a:xfrm>
            <a:off x="10420350" y="285750"/>
            <a:ext cx="804758" cy="144689"/>
            <a:chOff x="4455886" y="479425"/>
            <a:chExt cx="804758" cy="144689"/>
          </a:xfrm>
        </p:grpSpPr>
        <p:cxnSp>
          <p:nvCxnSpPr>
            <p:cNvPr id="15" name="Straight Connector 14">
              <a:extLst>
                <a:ext uri="{FF2B5EF4-FFF2-40B4-BE49-F238E27FC236}">
                  <a16:creationId xmlns:a16="http://schemas.microsoft.com/office/drawing/2014/main" id="{8F1A76E1-D6D8-4852-85B9-7FDD5ABBF3BB}"/>
                </a:ext>
              </a:extLst>
            </p:cNvPr>
            <p:cNvCxnSpPr>
              <a:cxnSpLocks/>
            </p:cNvCxnSpPr>
            <p:nvPr/>
          </p:nvCxnSpPr>
          <p:spPr>
            <a:xfrm flipH="1">
              <a:off x="445588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47E7E72-EC7D-477B-8049-BBFC86FEFF13}"/>
                </a:ext>
              </a:extLst>
            </p:cNvPr>
            <p:cNvCxnSpPr>
              <a:cxnSpLocks/>
            </p:cNvCxnSpPr>
            <p:nvPr/>
          </p:nvCxnSpPr>
          <p:spPr>
            <a:xfrm flipH="1">
              <a:off x="460384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BAB7941-03C6-4F12-9E04-9077539D8580}"/>
                </a:ext>
              </a:extLst>
            </p:cNvPr>
            <p:cNvCxnSpPr>
              <a:cxnSpLocks/>
            </p:cNvCxnSpPr>
            <p:nvPr/>
          </p:nvCxnSpPr>
          <p:spPr>
            <a:xfrm flipH="1">
              <a:off x="475179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49FD28-7095-45B9-A159-1411E0D082CF}"/>
                </a:ext>
              </a:extLst>
            </p:cNvPr>
            <p:cNvCxnSpPr>
              <a:cxnSpLocks/>
            </p:cNvCxnSpPr>
            <p:nvPr/>
          </p:nvCxnSpPr>
          <p:spPr>
            <a:xfrm flipH="1">
              <a:off x="489975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94CE044-D8F7-478D-AC0F-4B7B7EC81420}"/>
                </a:ext>
              </a:extLst>
            </p:cNvPr>
            <p:cNvCxnSpPr>
              <a:cxnSpLocks/>
            </p:cNvCxnSpPr>
            <p:nvPr/>
          </p:nvCxnSpPr>
          <p:spPr>
            <a:xfrm flipH="1">
              <a:off x="504770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4DFADAC-57F4-4EB2-9CF7-1020DEA1EB0C}"/>
                </a:ext>
              </a:extLst>
            </p:cNvPr>
            <p:cNvCxnSpPr>
              <a:cxnSpLocks/>
            </p:cNvCxnSpPr>
            <p:nvPr/>
          </p:nvCxnSpPr>
          <p:spPr>
            <a:xfrm flipH="1">
              <a:off x="519566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24" name="Straight Connector 23">
            <a:extLst>
              <a:ext uri="{FF2B5EF4-FFF2-40B4-BE49-F238E27FC236}">
                <a16:creationId xmlns:a16="http://schemas.microsoft.com/office/drawing/2014/main" id="{B0A8832C-24F7-4903-86A4-6AE9F1C8E555}"/>
              </a:ext>
            </a:extLst>
          </p:cNvPr>
          <p:cNvCxnSpPr>
            <a:cxnSpLocks/>
          </p:cNvCxnSpPr>
          <p:nvPr/>
        </p:nvCxnSpPr>
        <p:spPr>
          <a:xfrm flipH="1">
            <a:off x="11201400" y="358094"/>
            <a:ext cx="981075"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C96E1AB-AAFA-4C31-A014-04B75B16B1D9}"/>
              </a:ext>
            </a:extLst>
          </p:cNvPr>
          <p:cNvCxnSpPr>
            <a:cxnSpLocks/>
          </p:cNvCxnSpPr>
          <p:nvPr/>
        </p:nvCxnSpPr>
        <p:spPr>
          <a:xfrm>
            <a:off x="895816" y="2627086"/>
            <a:ext cx="0" cy="4211864"/>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D8E0974-BC24-4BA5-97A3-EC9ED8F4A343}"/>
              </a:ext>
            </a:extLst>
          </p:cNvPr>
          <p:cNvCxnSpPr>
            <a:cxnSpLocks/>
          </p:cNvCxnSpPr>
          <p:nvPr/>
        </p:nvCxnSpPr>
        <p:spPr>
          <a:xfrm>
            <a:off x="529166" y="4838700"/>
            <a:ext cx="0" cy="200025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C026667-799F-4EB6-B96F-4D9051F3C6F9}"/>
              </a:ext>
            </a:extLst>
          </p:cNvPr>
          <p:cNvCxnSpPr>
            <a:cxnSpLocks/>
          </p:cNvCxnSpPr>
          <p:nvPr/>
        </p:nvCxnSpPr>
        <p:spPr>
          <a:xfrm>
            <a:off x="232283" y="6248400"/>
            <a:ext cx="0" cy="59055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C476F0D7-F33E-4A33-9A25-D15E7B57E91D}"/>
              </a:ext>
            </a:extLst>
          </p:cNvPr>
          <p:cNvGrpSpPr/>
          <p:nvPr/>
        </p:nvGrpSpPr>
        <p:grpSpPr>
          <a:xfrm>
            <a:off x="2563916" y="358094"/>
            <a:ext cx="1729654" cy="848268"/>
            <a:chOff x="233739" y="283295"/>
            <a:chExt cx="1729654" cy="848268"/>
          </a:xfrm>
          <a:gradFill>
            <a:gsLst>
              <a:gs pos="0">
                <a:schemeClr val="accent3"/>
              </a:gs>
              <a:gs pos="100000">
                <a:schemeClr val="tx1">
                  <a:alpha val="0"/>
                </a:schemeClr>
              </a:gs>
            </a:gsLst>
            <a:lin ang="0" scaled="1"/>
          </a:gradFill>
        </p:grpSpPr>
        <p:grpSp>
          <p:nvGrpSpPr>
            <p:cNvPr id="34" name="Group 33">
              <a:extLst>
                <a:ext uri="{FF2B5EF4-FFF2-40B4-BE49-F238E27FC236}">
                  <a16:creationId xmlns:a16="http://schemas.microsoft.com/office/drawing/2014/main" id="{75D90828-5100-410A-8A8E-4687D38638FA}"/>
                </a:ext>
              </a:extLst>
            </p:cNvPr>
            <p:cNvGrpSpPr/>
            <p:nvPr/>
          </p:nvGrpSpPr>
          <p:grpSpPr>
            <a:xfrm rot="5400000">
              <a:off x="1055270" y="-538236"/>
              <a:ext cx="86591" cy="1729654"/>
              <a:chOff x="85292" y="59892"/>
              <a:chExt cx="86591" cy="1729654"/>
            </a:xfrm>
            <a:grpFill/>
          </p:grpSpPr>
          <p:sp>
            <p:nvSpPr>
              <p:cNvPr id="68" name="Oval 67">
                <a:extLst>
                  <a:ext uri="{FF2B5EF4-FFF2-40B4-BE49-F238E27FC236}">
                    <a16:creationId xmlns:a16="http://schemas.microsoft.com/office/drawing/2014/main" id="{81DCCFD7-E0A5-47AD-986F-4F362EFA64B4}"/>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CFB457A8-22BF-445D-8BE4-A5F0B8F28315}"/>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F9CE3CC5-6A7F-4EDF-98E8-87C0423E576A}"/>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BC7124F4-4C3D-4E37-BAE9-9EDED01A0EA0}"/>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D535BD03-2F0C-4000-88DC-929BE058361D}"/>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E3252F64-CB94-446A-9777-533DA0DFB361}"/>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EBA391DC-019F-4A84-880F-EE19B975D245}"/>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B1664578-5E45-4F3B-87FF-5CACEC9B8DFA}"/>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E03CCC18-FFEA-4FB8-9EFD-6C14B821CC83}"/>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69A5247D-C922-46D3-8D5E-C5BA40B504A7}"/>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2163A3C6-F6A5-4A7C-9540-CE170FFD1C11}"/>
                </a:ext>
              </a:extLst>
            </p:cNvPr>
            <p:cNvGrpSpPr/>
            <p:nvPr/>
          </p:nvGrpSpPr>
          <p:grpSpPr>
            <a:xfrm rot="5400000">
              <a:off x="1055270" y="-284344"/>
              <a:ext cx="86591" cy="1729654"/>
              <a:chOff x="85292" y="59892"/>
              <a:chExt cx="86591" cy="1729654"/>
            </a:xfrm>
            <a:grpFill/>
          </p:grpSpPr>
          <p:sp>
            <p:nvSpPr>
              <p:cNvPr id="58" name="Oval 57">
                <a:extLst>
                  <a:ext uri="{FF2B5EF4-FFF2-40B4-BE49-F238E27FC236}">
                    <a16:creationId xmlns:a16="http://schemas.microsoft.com/office/drawing/2014/main" id="{A38A5E62-0408-4617-838D-0C50A772158D}"/>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6D471D9B-B1A8-4A13-B904-D1F99AE2A052}"/>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59015498-9B56-4E63-A85E-C9F3BC12C5F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072DCEF1-0785-4B65-AE1F-56F85C2FF31B}"/>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FF75C609-B566-4B1B-9ADD-14310F3129D9}"/>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3EB0BFA9-3F87-437F-A039-56CC41037663}"/>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976DEC39-9D0A-44FB-9A62-C28F18F749C5}"/>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670AA069-8264-4C03-B5A9-69BC6E2AFA16}"/>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DEB57F6E-1D9B-4351-8C01-E6CF70C574FE}"/>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4DC638D5-8901-4644-ABD5-35D803D1D606}"/>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E0884EA3-8932-4332-B434-E341678CD491}"/>
                </a:ext>
              </a:extLst>
            </p:cNvPr>
            <p:cNvGrpSpPr/>
            <p:nvPr/>
          </p:nvGrpSpPr>
          <p:grpSpPr>
            <a:xfrm rot="5400000">
              <a:off x="1055270" y="-30452"/>
              <a:ext cx="86591" cy="1729654"/>
              <a:chOff x="85292" y="59892"/>
              <a:chExt cx="86591" cy="1729654"/>
            </a:xfrm>
            <a:grpFill/>
          </p:grpSpPr>
          <p:sp>
            <p:nvSpPr>
              <p:cNvPr id="48" name="Oval 47">
                <a:extLst>
                  <a:ext uri="{FF2B5EF4-FFF2-40B4-BE49-F238E27FC236}">
                    <a16:creationId xmlns:a16="http://schemas.microsoft.com/office/drawing/2014/main" id="{5F088E95-F67A-4E2A-96CD-096E878B2397}"/>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BF7EA06-3AB5-4176-BCF5-EA49597E187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0303BAB0-F36E-4FFC-8AC9-E888B036E05B}"/>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BDCEEE51-8A01-450A-BBB6-2EE82FAD25C7}"/>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AF7E0978-36BC-4FFC-BC62-78004EC6545F}"/>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26E88A2D-E06A-4B31-897A-F29D5BCA6059}"/>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CABE59FC-4023-4E7D-8847-A16CB70E1FF1}"/>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CC430C89-D3C1-4F61-A6C8-16EF64470952}"/>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54358A37-A5A9-4A84-B2DD-B5FB8BE394EA}"/>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E11FDEA4-5CF8-46B6-B19D-5C4AE81BF77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D4429CDA-BCA9-4826-A6E2-7306FC4012FB}"/>
                </a:ext>
              </a:extLst>
            </p:cNvPr>
            <p:cNvGrpSpPr/>
            <p:nvPr/>
          </p:nvGrpSpPr>
          <p:grpSpPr>
            <a:xfrm rot="5400000">
              <a:off x="1055270" y="223441"/>
              <a:ext cx="86591" cy="1729654"/>
              <a:chOff x="85292" y="59892"/>
              <a:chExt cx="86591" cy="1729654"/>
            </a:xfrm>
            <a:grpFill/>
          </p:grpSpPr>
          <p:sp>
            <p:nvSpPr>
              <p:cNvPr id="38" name="Oval 37">
                <a:extLst>
                  <a:ext uri="{FF2B5EF4-FFF2-40B4-BE49-F238E27FC236}">
                    <a16:creationId xmlns:a16="http://schemas.microsoft.com/office/drawing/2014/main" id="{E4547F50-1583-4489-88DA-074C4B15BE50}"/>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6D963E37-01FA-483F-97B8-283894A51733}"/>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FB26921C-9545-4AC1-A39D-97CC01AA7DED}"/>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C7F50F07-F94F-4240-B23B-19737864FC3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63E80846-CB79-4D2B-89D5-4FE39182BD64}"/>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37088A44-5D33-4105-8791-905E8F2ED162}"/>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4309E6E7-66E4-43A5-AF5B-98CCB5A6D217}"/>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50032B6A-F2E9-4056-9271-31D8BF23E443}"/>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F62B9C11-1F77-44B5-899A-12FC9D4A3236}"/>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AA822719-F362-49F2-BF1A-E07F246EFBDF}"/>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8" name="Group 77">
            <a:extLst>
              <a:ext uri="{FF2B5EF4-FFF2-40B4-BE49-F238E27FC236}">
                <a16:creationId xmlns:a16="http://schemas.microsoft.com/office/drawing/2014/main" id="{C13D135F-54DE-4187-AC61-D78180B82C45}"/>
              </a:ext>
            </a:extLst>
          </p:cNvPr>
          <p:cNvGrpSpPr/>
          <p:nvPr/>
        </p:nvGrpSpPr>
        <p:grpSpPr>
          <a:xfrm>
            <a:off x="10260116" y="5025344"/>
            <a:ext cx="1729654" cy="848268"/>
            <a:chOff x="233739" y="283295"/>
            <a:chExt cx="1729654" cy="848268"/>
          </a:xfrm>
          <a:gradFill>
            <a:gsLst>
              <a:gs pos="0">
                <a:schemeClr val="accent3"/>
              </a:gs>
              <a:gs pos="100000">
                <a:schemeClr val="tx1">
                  <a:alpha val="0"/>
                </a:schemeClr>
              </a:gs>
            </a:gsLst>
            <a:lin ang="0" scaled="1"/>
          </a:gradFill>
        </p:grpSpPr>
        <p:grpSp>
          <p:nvGrpSpPr>
            <p:cNvPr id="79" name="Group 78">
              <a:extLst>
                <a:ext uri="{FF2B5EF4-FFF2-40B4-BE49-F238E27FC236}">
                  <a16:creationId xmlns:a16="http://schemas.microsoft.com/office/drawing/2014/main" id="{C8596B4A-332B-4DF9-964B-58055561AB9D}"/>
                </a:ext>
              </a:extLst>
            </p:cNvPr>
            <p:cNvGrpSpPr/>
            <p:nvPr/>
          </p:nvGrpSpPr>
          <p:grpSpPr>
            <a:xfrm rot="5400000">
              <a:off x="1055270" y="-538236"/>
              <a:ext cx="86591" cy="1729654"/>
              <a:chOff x="85292" y="59892"/>
              <a:chExt cx="86591" cy="1729654"/>
            </a:xfrm>
            <a:grpFill/>
          </p:grpSpPr>
          <p:sp>
            <p:nvSpPr>
              <p:cNvPr id="113" name="Oval 112">
                <a:extLst>
                  <a:ext uri="{FF2B5EF4-FFF2-40B4-BE49-F238E27FC236}">
                    <a16:creationId xmlns:a16="http://schemas.microsoft.com/office/drawing/2014/main" id="{7089744E-FA18-468B-AAB3-5708BA336F44}"/>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0D9E6EAE-84CC-44BE-8470-02AF07EFE40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a:extLst>
                  <a:ext uri="{FF2B5EF4-FFF2-40B4-BE49-F238E27FC236}">
                    <a16:creationId xmlns:a16="http://schemas.microsoft.com/office/drawing/2014/main" id="{6A9A00CF-96C1-4049-BA32-48C7F14190C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1B205536-8343-4753-8C3C-6EBAD27CB025}"/>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FFE1934F-0BA2-4B7F-8C40-2B8A30E23D43}"/>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39D6ECF3-87B6-456E-A872-B472FC3E78EA}"/>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B070C7AC-0E68-48F9-B7A5-C39C9370F9ED}"/>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CE8DDDFF-8040-4BEA-AE98-38E72EAFA225}"/>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F37BA6A8-B41B-44F7-80B9-DDC6DBBD46FF}"/>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E055EE7C-F064-42A2-8872-9B6A1FE5B1C4}"/>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0" name="Group 79">
              <a:extLst>
                <a:ext uri="{FF2B5EF4-FFF2-40B4-BE49-F238E27FC236}">
                  <a16:creationId xmlns:a16="http://schemas.microsoft.com/office/drawing/2014/main" id="{EECCF488-A5E3-4BA6-9C2A-9D42966EC4C7}"/>
                </a:ext>
              </a:extLst>
            </p:cNvPr>
            <p:cNvGrpSpPr/>
            <p:nvPr/>
          </p:nvGrpSpPr>
          <p:grpSpPr>
            <a:xfrm rot="5400000">
              <a:off x="1055270" y="-284344"/>
              <a:ext cx="86591" cy="1729654"/>
              <a:chOff x="85292" y="59892"/>
              <a:chExt cx="86591" cy="1729654"/>
            </a:xfrm>
            <a:grpFill/>
          </p:grpSpPr>
          <p:sp>
            <p:nvSpPr>
              <p:cNvPr id="103" name="Oval 102">
                <a:extLst>
                  <a:ext uri="{FF2B5EF4-FFF2-40B4-BE49-F238E27FC236}">
                    <a16:creationId xmlns:a16="http://schemas.microsoft.com/office/drawing/2014/main" id="{0E42244A-7AA6-453D-B12B-F427F4D64F0E}"/>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4FBC28B3-941C-4E3B-91C4-DAB4186DCBC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D4E23335-3D76-421A-A455-D3E75C21F314}"/>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831EDD80-EEF3-4CB2-B523-52A7633A6C38}"/>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15C6C3B7-66FB-4502-AA4A-4494C7079A38}"/>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8F610EBE-B34C-4B1C-A526-53B0B548B0C4}"/>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E740292B-3A54-44CB-8030-D451E034C52F}"/>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D4893017-2A88-4489-BD53-8FA9D91043ED}"/>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BD55C28F-69B6-4462-B8D2-EF6487547A8B}"/>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B1AC7914-4D7B-4804-BB25-98795DFBBE7B}"/>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AA18B733-BFB7-4FD4-ABDE-08285BB754DD}"/>
                </a:ext>
              </a:extLst>
            </p:cNvPr>
            <p:cNvGrpSpPr/>
            <p:nvPr/>
          </p:nvGrpSpPr>
          <p:grpSpPr>
            <a:xfrm rot="5400000">
              <a:off x="1055270" y="-30452"/>
              <a:ext cx="86591" cy="1729654"/>
              <a:chOff x="85292" y="59892"/>
              <a:chExt cx="86591" cy="1729654"/>
            </a:xfrm>
            <a:grpFill/>
          </p:grpSpPr>
          <p:sp>
            <p:nvSpPr>
              <p:cNvPr id="93" name="Oval 92">
                <a:extLst>
                  <a:ext uri="{FF2B5EF4-FFF2-40B4-BE49-F238E27FC236}">
                    <a16:creationId xmlns:a16="http://schemas.microsoft.com/office/drawing/2014/main" id="{340D1657-54A1-46F3-B1DC-998063F67812}"/>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C1669A70-1DAC-498F-AB5C-8E8050B209D0}"/>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EF52E370-21DD-4B9E-971A-B72A552BC725}"/>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867B3439-6708-452C-8E7D-7ACC2C83F622}"/>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39A99387-5750-40CA-A2C3-6093B03200A4}"/>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77CD4979-8E37-4A55-BAE6-4702AAA82F15}"/>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72B9F5C5-E9ED-40B1-A850-67D8CF81FB0C}"/>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6DB136E8-23B5-485C-81F9-65B6E3556C2F}"/>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AE5A1B14-04E3-461A-BCA8-4254D4D84005}"/>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05E07A7D-4B74-4882-AB43-BBBB303B9F6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 name="Group 81">
              <a:extLst>
                <a:ext uri="{FF2B5EF4-FFF2-40B4-BE49-F238E27FC236}">
                  <a16:creationId xmlns:a16="http://schemas.microsoft.com/office/drawing/2014/main" id="{CE0EC56B-FD84-4BEA-B1F3-0B181EB8211E}"/>
                </a:ext>
              </a:extLst>
            </p:cNvPr>
            <p:cNvGrpSpPr/>
            <p:nvPr/>
          </p:nvGrpSpPr>
          <p:grpSpPr>
            <a:xfrm rot="5400000">
              <a:off x="1055270" y="223441"/>
              <a:ext cx="86591" cy="1729654"/>
              <a:chOff x="85292" y="59892"/>
              <a:chExt cx="86591" cy="1729654"/>
            </a:xfrm>
            <a:grpFill/>
          </p:grpSpPr>
          <p:sp>
            <p:nvSpPr>
              <p:cNvPr id="83" name="Oval 82">
                <a:extLst>
                  <a:ext uri="{FF2B5EF4-FFF2-40B4-BE49-F238E27FC236}">
                    <a16:creationId xmlns:a16="http://schemas.microsoft.com/office/drawing/2014/main" id="{35F804F5-26BA-436E-B40B-B30E284EC6EA}"/>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3E4AA924-361E-4477-93B5-5CBF68B0B88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8D5CCCF6-FB7D-4579-B0D9-891F9F500D4B}"/>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A9F21A39-8D85-4650-AD05-75689CDA9D7F}"/>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FCD21955-8A08-4D03-B59A-9C03F93E8CFD}"/>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6F1A9CEA-3ECE-48BC-9EB9-0642C7DC2977}"/>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04CE57BE-8602-41CB-8971-5D7E9BA4F21C}"/>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723CD544-17A7-4A26-8C21-949FF32C455C}"/>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C016A52F-5E0B-46A6-9565-F264E4E4662C}"/>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5C314357-2C06-4593-A9EE-822A1DE6D77B}"/>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3" name="Group 122">
            <a:extLst>
              <a:ext uri="{FF2B5EF4-FFF2-40B4-BE49-F238E27FC236}">
                <a16:creationId xmlns:a16="http://schemas.microsoft.com/office/drawing/2014/main" id="{F184C3A3-073C-4EF4-ADD6-2254197028A5}"/>
              </a:ext>
            </a:extLst>
          </p:cNvPr>
          <p:cNvGrpSpPr/>
          <p:nvPr/>
        </p:nvGrpSpPr>
        <p:grpSpPr>
          <a:xfrm rot="16200000">
            <a:off x="-23244" y="5404397"/>
            <a:ext cx="1729654" cy="848268"/>
            <a:chOff x="233739" y="283295"/>
            <a:chExt cx="1729654" cy="848268"/>
          </a:xfrm>
          <a:gradFill>
            <a:gsLst>
              <a:gs pos="0">
                <a:schemeClr val="accent3"/>
              </a:gs>
              <a:gs pos="100000">
                <a:schemeClr val="tx1">
                  <a:alpha val="0"/>
                </a:schemeClr>
              </a:gs>
            </a:gsLst>
            <a:lin ang="0" scaled="1"/>
          </a:gradFill>
        </p:grpSpPr>
        <p:grpSp>
          <p:nvGrpSpPr>
            <p:cNvPr id="124" name="Group 123">
              <a:extLst>
                <a:ext uri="{FF2B5EF4-FFF2-40B4-BE49-F238E27FC236}">
                  <a16:creationId xmlns:a16="http://schemas.microsoft.com/office/drawing/2014/main" id="{2F1BCD85-0C1D-4C81-A1CF-64000091D4E6}"/>
                </a:ext>
              </a:extLst>
            </p:cNvPr>
            <p:cNvGrpSpPr/>
            <p:nvPr/>
          </p:nvGrpSpPr>
          <p:grpSpPr>
            <a:xfrm rot="5400000">
              <a:off x="1055270" y="-538236"/>
              <a:ext cx="86591" cy="1729654"/>
              <a:chOff x="85292" y="59892"/>
              <a:chExt cx="86591" cy="1729654"/>
            </a:xfrm>
            <a:grpFill/>
          </p:grpSpPr>
          <p:sp>
            <p:nvSpPr>
              <p:cNvPr id="158" name="Oval 157">
                <a:extLst>
                  <a:ext uri="{FF2B5EF4-FFF2-40B4-BE49-F238E27FC236}">
                    <a16:creationId xmlns:a16="http://schemas.microsoft.com/office/drawing/2014/main" id="{FF2373DD-0104-4E61-B137-E791C61E9FB7}"/>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a:extLst>
                  <a:ext uri="{FF2B5EF4-FFF2-40B4-BE49-F238E27FC236}">
                    <a16:creationId xmlns:a16="http://schemas.microsoft.com/office/drawing/2014/main" id="{345AC7EC-89B0-4DAF-ABE1-917D9391A4A7}"/>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a:extLst>
                  <a:ext uri="{FF2B5EF4-FFF2-40B4-BE49-F238E27FC236}">
                    <a16:creationId xmlns:a16="http://schemas.microsoft.com/office/drawing/2014/main" id="{5C8C5AE6-1949-4756-896F-650D73091547}"/>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Oval 160">
                <a:extLst>
                  <a:ext uri="{FF2B5EF4-FFF2-40B4-BE49-F238E27FC236}">
                    <a16:creationId xmlns:a16="http://schemas.microsoft.com/office/drawing/2014/main" id="{7714A075-3639-4519-AA5E-BB8C66AD98C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Oval 161">
                <a:extLst>
                  <a:ext uri="{FF2B5EF4-FFF2-40B4-BE49-F238E27FC236}">
                    <a16:creationId xmlns:a16="http://schemas.microsoft.com/office/drawing/2014/main" id="{C9935CF5-1B4B-4695-AFAC-6D9A16F0C7C8}"/>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a:extLst>
                  <a:ext uri="{FF2B5EF4-FFF2-40B4-BE49-F238E27FC236}">
                    <a16:creationId xmlns:a16="http://schemas.microsoft.com/office/drawing/2014/main" id="{C41A35E7-7A97-4863-9502-5BCECCEF4228}"/>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a:extLst>
                  <a:ext uri="{FF2B5EF4-FFF2-40B4-BE49-F238E27FC236}">
                    <a16:creationId xmlns:a16="http://schemas.microsoft.com/office/drawing/2014/main" id="{11EB2960-154B-454B-877C-5F091670D252}"/>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Oval 164">
                <a:extLst>
                  <a:ext uri="{FF2B5EF4-FFF2-40B4-BE49-F238E27FC236}">
                    <a16:creationId xmlns:a16="http://schemas.microsoft.com/office/drawing/2014/main" id="{0371AF70-5D28-4BBB-9493-087622E0386E}"/>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a:extLst>
                  <a:ext uri="{FF2B5EF4-FFF2-40B4-BE49-F238E27FC236}">
                    <a16:creationId xmlns:a16="http://schemas.microsoft.com/office/drawing/2014/main" id="{D2F1F8DC-F58E-49D4-91E3-85F61E12F3E0}"/>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Oval 166">
                <a:extLst>
                  <a:ext uri="{FF2B5EF4-FFF2-40B4-BE49-F238E27FC236}">
                    <a16:creationId xmlns:a16="http://schemas.microsoft.com/office/drawing/2014/main" id="{4E230B08-640F-4352-84BF-D632E137D54E}"/>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5" name="Group 124">
              <a:extLst>
                <a:ext uri="{FF2B5EF4-FFF2-40B4-BE49-F238E27FC236}">
                  <a16:creationId xmlns:a16="http://schemas.microsoft.com/office/drawing/2014/main" id="{E9D79321-D215-4181-B7B5-6E83D3F90EEA}"/>
                </a:ext>
              </a:extLst>
            </p:cNvPr>
            <p:cNvGrpSpPr/>
            <p:nvPr/>
          </p:nvGrpSpPr>
          <p:grpSpPr>
            <a:xfrm rot="5400000">
              <a:off x="1055270" y="-284344"/>
              <a:ext cx="86591" cy="1729654"/>
              <a:chOff x="85292" y="59892"/>
              <a:chExt cx="86591" cy="1729654"/>
            </a:xfrm>
            <a:grpFill/>
          </p:grpSpPr>
          <p:sp>
            <p:nvSpPr>
              <p:cNvPr id="148" name="Oval 147">
                <a:extLst>
                  <a:ext uri="{FF2B5EF4-FFF2-40B4-BE49-F238E27FC236}">
                    <a16:creationId xmlns:a16="http://schemas.microsoft.com/office/drawing/2014/main" id="{91A2325B-90FB-4B3B-9B3E-5742ED7F6D05}"/>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Oval 148">
                <a:extLst>
                  <a:ext uri="{FF2B5EF4-FFF2-40B4-BE49-F238E27FC236}">
                    <a16:creationId xmlns:a16="http://schemas.microsoft.com/office/drawing/2014/main" id="{9587DC87-5BDA-4D33-9B80-B4CE8E797ADA}"/>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a:extLst>
                  <a:ext uri="{FF2B5EF4-FFF2-40B4-BE49-F238E27FC236}">
                    <a16:creationId xmlns:a16="http://schemas.microsoft.com/office/drawing/2014/main" id="{A7E49CED-B878-4F1D-97FD-F0D5FBA13C9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a:extLst>
                  <a:ext uri="{FF2B5EF4-FFF2-40B4-BE49-F238E27FC236}">
                    <a16:creationId xmlns:a16="http://schemas.microsoft.com/office/drawing/2014/main" id="{E4EB0D13-92C9-4227-85E9-42968549A3A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a:extLst>
                  <a:ext uri="{FF2B5EF4-FFF2-40B4-BE49-F238E27FC236}">
                    <a16:creationId xmlns:a16="http://schemas.microsoft.com/office/drawing/2014/main" id="{456749B0-5674-45E1-B4DB-A3DB15FE37F0}"/>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a:extLst>
                  <a:ext uri="{FF2B5EF4-FFF2-40B4-BE49-F238E27FC236}">
                    <a16:creationId xmlns:a16="http://schemas.microsoft.com/office/drawing/2014/main" id="{1FF90E95-A4E9-4220-9A93-EC0677C0AAC9}"/>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a:extLst>
                  <a:ext uri="{FF2B5EF4-FFF2-40B4-BE49-F238E27FC236}">
                    <a16:creationId xmlns:a16="http://schemas.microsoft.com/office/drawing/2014/main" id="{F1F06578-D017-4B76-ACFF-1DF22AD672DD}"/>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a:extLst>
                  <a:ext uri="{FF2B5EF4-FFF2-40B4-BE49-F238E27FC236}">
                    <a16:creationId xmlns:a16="http://schemas.microsoft.com/office/drawing/2014/main" id="{53111620-21A8-4D82-8F30-BABE40857A58}"/>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28BF1636-A4E1-407A-8D75-7C89541A4B01}"/>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a:extLst>
                  <a:ext uri="{FF2B5EF4-FFF2-40B4-BE49-F238E27FC236}">
                    <a16:creationId xmlns:a16="http://schemas.microsoft.com/office/drawing/2014/main" id="{D69FB0EC-49CB-470C-A688-D8EEF01C0C1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125">
              <a:extLst>
                <a:ext uri="{FF2B5EF4-FFF2-40B4-BE49-F238E27FC236}">
                  <a16:creationId xmlns:a16="http://schemas.microsoft.com/office/drawing/2014/main" id="{E78C7CF2-5B50-4FDE-945B-85F366423944}"/>
                </a:ext>
              </a:extLst>
            </p:cNvPr>
            <p:cNvGrpSpPr/>
            <p:nvPr/>
          </p:nvGrpSpPr>
          <p:grpSpPr>
            <a:xfrm rot="5400000">
              <a:off x="1055270" y="-30452"/>
              <a:ext cx="86591" cy="1729654"/>
              <a:chOff x="85292" y="59892"/>
              <a:chExt cx="86591" cy="1729654"/>
            </a:xfrm>
            <a:grpFill/>
          </p:grpSpPr>
          <p:sp>
            <p:nvSpPr>
              <p:cNvPr id="138" name="Oval 137">
                <a:extLst>
                  <a:ext uri="{FF2B5EF4-FFF2-40B4-BE49-F238E27FC236}">
                    <a16:creationId xmlns:a16="http://schemas.microsoft.com/office/drawing/2014/main" id="{80F752F0-D6D2-4C81-B51E-B41D0A5F370D}"/>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a:extLst>
                  <a:ext uri="{FF2B5EF4-FFF2-40B4-BE49-F238E27FC236}">
                    <a16:creationId xmlns:a16="http://schemas.microsoft.com/office/drawing/2014/main" id="{05721A32-45CF-4DAC-89CF-522A15558B8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a:extLst>
                  <a:ext uri="{FF2B5EF4-FFF2-40B4-BE49-F238E27FC236}">
                    <a16:creationId xmlns:a16="http://schemas.microsoft.com/office/drawing/2014/main" id="{1B15AC74-A498-4469-BE65-01CB7A6F7BE3}"/>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1FE29D41-6A85-4140-9F2D-26A3154F9D35}"/>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a:extLst>
                  <a:ext uri="{FF2B5EF4-FFF2-40B4-BE49-F238E27FC236}">
                    <a16:creationId xmlns:a16="http://schemas.microsoft.com/office/drawing/2014/main" id="{31F04094-164F-48B5-8AF3-79C2D48092E3}"/>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a:extLst>
                  <a:ext uri="{FF2B5EF4-FFF2-40B4-BE49-F238E27FC236}">
                    <a16:creationId xmlns:a16="http://schemas.microsoft.com/office/drawing/2014/main" id="{03C47591-C01F-4A21-A881-B3ADDBB5AF38}"/>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a:extLst>
                  <a:ext uri="{FF2B5EF4-FFF2-40B4-BE49-F238E27FC236}">
                    <a16:creationId xmlns:a16="http://schemas.microsoft.com/office/drawing/2014/main" id="{E0165459-0291-4E9A-B276-F5F43E9583E4}"/>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a:extLst>
                  <a:ext uri="{FF2B5EF4-FFF2-40B4-BE49-F238E27FC236}">
                    <a16:creationId xmlns:a16="http://schemas.microsoft.com/office/drawing/2014/main" id="{F850E9DC-097E-46B7-A242-1810A996BBF2}"/>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FEF33DE2-183A-4301-958F-9E1AD301A007}"/>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Oval 146">
                <a:extLst>
                  <a:ext uri="{FF2B5EF4-FFF2-40B4-BE49-F238E27FC236}">
                    <a16:creationId xmlns:a16="http://schemas.microsoft.com/office/drawing/2014/main" id="{9B6FCC23-E8EA-46D1-B589-AF25D9BFA639}"/>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7" name="Group 126">
              <a:extLst>
                <a:ext uri="{FF2B5EF4-FFF2-40B4-BE49-F238E27FC236}">
                  <a16:creationId xmlns:a16="http://schemas.microsoft.com/office/drawing/2014/main" id="{6E72CABD-5337-4E73-A16D-F3C6D2B7AACC}"/>
                </a:ext>
              </a:extLst>
            </p:cNvPr>
            <p:cNvGrpSpPr/>
            <p:nvPr/>
          </p:nvGrpSpPr>
          <p:grpSpPr>
            <a:xfrm rot="5400000">
              <a:off x="1055270" y="223441"/>
              <a:ext cx="86591" cy="1729654"/>
              <a:chOff x="85292" y="59892"/>
              <a:chExt cx="86591" cy="1729654"/>
            </a:xfrm>
            <a:grpFill/>
          </p:grpSpPr>
          <p:sp>
            <p:nvSpPr>
              <p:cNvPr id="128" name="Oval 127">
                <a:extLst>
                  <a:ext uri="{FF2B5EF4-FFF2-40B4-BE49-F238E27FC236}">
                    <a16:creationId xmlns:a16="http://schemas.microsoft.com/office/drawing/2014/main" id="{136A3317-CB32-4574-B664-CE93E62402DA}"/>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2F1A3F06-65C6-4314-B364-C613F20BC0E3}"/>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405FD8D2-2A72-41DC-97A1-3BBC3BA58C01}"/>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8223FC2C-3E81-479D-BCA9-27A74861B47C}"/>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33ECFB38-EC1C-436B-B1FF-4B3C85260109}"/>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a:extLst>
                  <a:ext uri="{FF2B5EF4-FFF2-40B4-BE49-F238E27FC236}">
                    <a16:creationId xmlns:a16="http://schemas.microsoft.com/office/drawing/2014/main" id="{EDC08F8F-07F7-4AA7-9F6E-4F3A4A77164C}"/>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a:extLst>
                  <a:ext uri="{FF2B5EF4-FFF2-40B4-BE49-F238E27FC236}">
                    <a16:creationId xmlns:a16="http://schemas.microsoft.com/office/drawing/2014/main" id="{57609A66-32D2-4EF0-9DCE-A2537AB10743}"/>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03B13ECD-F2C1-43A7-927A-ECAF48CE60B9}"/>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3B1D26A5-414D-4F83-8062-FFF3667BEF3A}"/>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a:extLst>
                  <a:ext uri="{FF2B5EF4-FFF2-40B4-BE49-F238E27FC236}">
                    <a16:creationId xmlns:a16="http://schemas.microsoft.com/office/drawing/2014/main" id="{91A00627-C25C-45AE-A80B-92DC6298D9A3}"/>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68" name="TextBox 167">
            <a:extLst>
              <a:ext uri="{FF2B5EF4-FFF2-40B4-BE49-F238E27FC236}">
                <a16:creationId xmlns:a16="http://schemas.microsoft.com/office/drawing/2014/main" id="{A12141E3-F0E6-459C-8E65-E7AB4EF76C3D}"/>
              </a:ext>
            </a:extLst>
          </p:cNvPr>
          <p:cNvSpPr txBox="1"/>
          <p:nvPr/>
        </p:nvSpPr>
        <p:spPr>
          <a:xfrm>
            <a:off x="2715952" y="461167"/>
            <a:ext cx="9004664" cy="523220"/>
          </a:xfrm>
          <a:prstGeom prst="rect">
            <a:avLst/>
          </a:prstGeom>
          <a:noFill/>
        </p:spPr>
        <p:txBody>
          <a:bodyPr wrap="square">
            <a:spAutoFit/>
          </a:bodyPr>
          <a:lstStyle/>
          <a:p>
            <a:pPr algn="ctr"/>
            <a:r>
              <a:rPr lang="en-US" sz="2800" dirty="0">
                <a:solidFill>
                  <a:srgbClr val="FFFFFF"/>
                </a:solidFill>
                <a:effectLst/>
                <a:latin typeface="Tahoma" panose="020B0604030504040204" pitchFamily="34" charset="0"/>
                <a:ea typeface="Tahoma" panose="020B0604030504040204" pitchFamily="34" charset="0"/>
              </a:rPr>
              <a:t>Recommendations</a:t>
            </a:r>
            <a:endParaRPr lang="en-US" sz="2800" dirty="0"/>
          </a:p>
        </p:txBody>
      </p:sp>
      <p:cxnSp>
        <p:nvCxnSpPr>
          <p:cNvPr id="169" name="Straight Connector 168">
            <a:extLst>
              <a:ext uri="{FF2B5EF4-FFF2-40B4-BE49-F238E27FC236}">
                <a16:creationId xmlns:a16="http://schemas.microsoft.com/office/drawing/2014/main" id="{DA9345A3-EF31-48A1-AC43-EA5C3A14F3B4}"/>
              </a:ext>
            </a:extLst>
          </p:cNvPr>
          <p:cNvCxnSpPr>
            <a:cxnSpLocks/>
          </p:cNvCxnSpPr>
          <p:nvPr/>
        </p:nvCxnSpPr>
        <p:spPr>
          <a:xfrm>
            <a:off x="933720" y="1123406"/>
            <a:ext cx="1063107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70" name="TextBox 169">
            <a:extLst>
              <a:ext uri="{FF2B5EF4-FFF2-40B4-BE49-F238E27FC236}">
                <a16:creationId xmlns:a16="http://schemas.microsoft.com/office/drawing/2014/main" id="{8DA58149-04F5-4B9D-9CEB-3385E5D00F13}"/>
              </a:ext>
            </a:extLst>
          </p:cNvPr>
          <p:cNvSpPr txBox="1"/>
          <p:nvPr/>
        </p:nvSpPr>
        <p:spPr>
          <a:xfrm>
            <a:off x="2397393" y="1231690"/>
            <a:ext cx="9772972" cy="6632585"/>
          </a:xfrm>
          <a:prstGeom prst="rect">
            <a:avLst/>
          </a:prstGeom>
          <a:noFill/>
        </p:spPr>
        <p:txBody>
          <a:bodyPr wrap="square">
            <a:spAutoFit/>
          </a:bodyPr>
          <a:lstStyle/>
          <a:p>
            <a:pPr marL="285750" indent="-285750" algn="l">
              <a:buFont typeface="Arial" panose="020B0604020202020204" pitchFamily="34" charset="0"/>
              <a:buChar char="•"/>
            </a:pPr>
            <a:r>
              <a:rPr lang="en-US" b="0" i="0" dirty="0">
                <a:solidFill>
                  <a:schemeClr val="bg1"/>
                </a:solidFill>
                <a:effectLst/>
                <a:latin typeface="source-serif-pro"/>
              </a:rPr>
              <a:t>Technically, Data Engineers at CDE should create another entity called products when modelling their data, as against Parch and Posey’s model that allows for redundancy of certain product columns when a customer doesn’t include such product in their order.</a:t>
            </a:r>
          </a:p>
          <a:p>
            <a:pPr marL="285750" indent="-285750" algn="l">
              <a:buFont typeface="Arial" panose="020B0604020202020204" pitchFamily="34" charset="0"/>
              <a:buChar char="•"/>
            </a:pPr>
            <a:endParaRPr lang="en-US" b="0" i="0" dirty="0">
              <a:solidFill>
                <a:schemeClr val="bg1"/>
              </a:solidFill>
              <a:effectLst/>
              <a:latin typeface="source-serif-pro"/>
            </a:endParaRPr>
          </a:p>
          <a:p>
            <a:pPr marL="285750" indent="-285750" algn="l">
              <a:buFont typeface="Arial" panose="020B0604020202020204" pitchFamily="34" charset="0"/>
              <a:buChar char="•"/>
            </a:pPr>
            <a:r>
              <a:rPr lang="en-US" dirty="0">
                <a:solidFill>
                  <a:schemeClr val="bg1"/>
                </a:solidFill>
                <a:latin typeface="source-serif-pro"/>
              </a:rPr>
              <a:t>CDE can penetrate the market by focusing on regions were Parch and Posey are less dominant as this will help them capitalize on their weakness from customer’s feedbacks.</a:t>
            </a:r>
          </a:p>
          <a:p>
            <a:pPr marL="285750" indent="-285750" algn="l">
              <a:buFont typeface="Arial" panose="020B0604020202020204" pitchFamily="34" charset="0"/>
              <a:buChar char="•"/>
            </a:pPr>
            <a:endParaRPr lang="en-US" dirty="0">
              <a:solidFill>
                <a:schemeClr val="bg1"/>
              </a:solidFill>
              <a:latin typeface="source-serif-pro"/>
            </a:endParaRPr>
          </a:p>
          <a:p>
            <a:pPr marL="285750" indent="-285750" algn="l">
              <a:buFont typeface="Arial" panose="020B0604020202020204" pitchFamily="34" charset="0"/>
              <a:buChar char="•"/>
            </a:pPr>
            <a:r>
              <a:rPr lang="en-US" b="0" i="0" dirty="0">
                <a:solidFill>
                  <a:schemeClr val="bg1"/>
                </a:solidFill>
                <a:effectLst/>
                <a:latin typeface="source-serif-pro"/>
              </a:rPr>
              <a:t>Understudy Parch and Posey’s top-performing sales representatives and regions while allocating resources to your top-performing sales representatives and regions to maximize revenue.</a:t>
            </a:r>
          </a:p>
          <a:p>
            <a:pPr marL="285750" indent="-285750" algn="l">
              <a:buFont typeface="Arial" panose="020B0604020202020204" pitchFamily="34" charset="0"/>
              <a:buChar char="•"/>
            </a:pPr>
            <a:endParaRPr lang="en-US" dirty="0">
              <a:solidFill>
                <a:schemeClr val="bg1"/>
              </a:solidFill>
              <a:latin typeface="source-serif-pro"/>
            </a:endParaRPr>
          </a:p>
          <a:p>
            <a:pPr marL="285750" indent="-285750" algn="l">
              <a:buFont typeface="Arial" panose="020B0604020202020204" pitchFamily="34" charset="0"/>
              <a:buChar char="•"/>
            </a:pPr>
            <a:r>
              <a:rPr lang="en-US" b="0" i="0" dirty="0">
                <a:solidFill>
                  <a:schemeClr val="bg1"/>
                </a:solidFill>
                <a:effectLst/>
                <a:latin typeface="source-serif-pro"/>
              </a:rPr>
              <a:t>Promote or Invest more in high-performing paper types and optimize inventory to boost sales performance.</a:t>
            </a:r>
          </a:p>
          <a:p>
            <a:pPr marL="285750" indent="-285750" algn="l">
              <a:buFont typeface="Arial" panose="020B0604020202020204" pitchFamily="34" charset="0"/>
              <a:buChar char="•"/>
            </a:pPr>
            <a:endParaRPr lang="en-US" dirty="0">
              <a:solidFill>
                <a:schemeClr val="bg1"/>
              </a:solidFill>
              <a:latin typeface="source-serif-pro"/>
            </a:endParaRPr>
          </a:p>
          <a:p>
            <a:pPr marL="285750" indent="-285750" algn="l">
              <a:buFont typeface="Arial" panose="020B0604020202020204" pitchFamily="34" charset="0"/>
              <a:buChar char="•"/>
            </a:pPr>
            <a:r>
              <a:rPr lang="en-US" b="0" i="0" dirty="0">
                <a:solidFill>
                  <a:schemeClr val="bg1"/>
                </a:solidFill>
                <a:effectLst/>
                <a:latin typeface="source-serif-pro"/>
              </a:rPr>
              <a:t>Invest more in channels that effectively drive customer acquisition.</a:t>
            </a:r>
          </a:p>
          <a:p>
            <a:pPr marL="285750" indent="-285750" algn="l">
              <a:buFont typeface="Arial" panose="020B0604020202020204" pitchFamily="34" charset="0"/>
              <a:buChar char="•"/>
            </a:pPr>
            <a:endParaRPr lang="en-US" dirty="0">
              <a:solidFill>
                <a:schemeClr val="bg1"/>
              </a:solidFill>
              <a:latin typeface="source-serif-pro"/>
            </a:endParaRPr>
          </a:p>
          <a:p>
            <a:pPr marL="285750" indent="-285750" algn="l">
              <a:buFont typeface="Arial" panose="020B0604020202020204" pitchFamily="34" charset="0"/>
              <a:buChar char="•"/>
            </a:pPr>
            <a:r>
              <a:rPr lang="en-US" b="0" i="0" dirty="0">
                <a:solidFill>
                  <a:schemeClr val="bg1"/>
                </a:solidFill>
                <a:effectLst/>
                <a:latin typeface="source-serif-pro"/>
              </a:rPr>
              <a:t>Develop strategies to retain existing customers, like offering discounts etc., and increase customer loyalty.</a:t>
            </a:r>
          </a:p>
          <a:p>
            <a:pPr marL="285750" indent="-285750" algn="l">
              <a:buFont typeface="Arial" panose="020B0604020202020204" pitchFamily="34" charset="0"/>
              <a:buChar char="•"/>
            </a:pPr>
            <a:endParaRPr lang="en-US" dirty="0">
              <a:solidFill>
                <a:schemeClr val="bg1"/>
              </a:solidFill>
              <a:latin typeface="source-serif-pro"/>
            </a:endParaRPr>
          </a:p>
          <a:p>
            <a:pPr marL="285750" indent="-285750" algn="l">
              <a:buFont typeface="Arial" panose="020B0604020202020204" pitchFamily="34" charset="0"/>
              <a:buChar char="•"/>
            </a:pPr>
            <a:r>
              <a:rPr lang="en-US" dirty="0">
                <a:solidFill>
                  <a:schemeClr val="bg1"/>
                </a:solidFill>
                <a:latin typeface="source-serif-pro"/>
              </a:rPr>
              <a:t>Streamline production processes and improve inventory management to reduce costs and enhance efficiency</a:t>
            </a:r>
          </a:p>
          <a:p>
            <a:pPr marL="285750" indent="-285750" algn="l">
              <a:buFont typeface="Arial" panose="020B0604020202020204" pitchFamily="34" charset="0"/>
              <a:buChar char="•"/>
            </a:pPr>
            <a:endParaRPr lang="en-US" b="0" i="0" dirty="0">
              <a:solidFill>
                <a:schemeClr val="bg1"/>
              </a:solidFill>
              <a:effectLst/>
              <a:latin typeface="source-serif-pro"/>
            </a:endParaRPr>
          </a:p>
          <a:p>
            <a:pPr algn="l"/>
            <a:endParaRPr lang="en-US" b="0" i="0" dirty="0">
              <a:solidFill>
                <a:schemeClr val="bg1"/>
              </a:solidFill>
              <a:effectLst/>
              <a:latin typeface="source-serif-pro"/>
            </a:endParaRPr>
          </a:p>
          <a:p>
            <a:endParaRPr lang="en-US" sz="1100" b="0" i="1" dirty="0">
              <a:solidFill>
                <a:schemeClr val="bg1"/>
              </a:solidFill>
              <a:effectLst/>
              <a:latin typeface="source-serif-pro"/>
            </a:endParaRPr>
          </a:p>
          <a:p>
            <a:pPr algn="l"/>
            <a:endParaRPr lang="en-US" b="0" i="0" dirty="0">
              <a:solidFill>
                <a:schemeClr val="bg1"/>
              </a:solidFill>
              <a:effectLst/>
              <a:latin typeface="source-serif-pro"/>
            </a:endParaRPr>
          </a:p>
        </p:txBody>
      </p:sp>
      <p:pic>
        <p:nvPicPr>
          <p:cNvPr id="171" name="Image 8">
            <a:extLst>
              <a:ext uri="{FF2B5EF4-FFF2-40B4-BE49-F238E27FC236}">
                <a16:creationId xmlns:a16="http://schemas.microsoft.com/office/drawing/2014/main" id="{21EC7A49-1FDA-4818-91E3-E24CA98088D1}"/>
              </a:ext>
            </a:extLst>
          </p:cNvPr>
          <p:cNvPicPr/>
          <p:nvPr/>
        </p:nvPicPr>
        <p:blipFill>
          <a:blip r:embed="rId5" cstate="print"/>
          <a:stretch>
            <a:fillRect/>
          </a:stretch>
        </p:blipFill>
        <p:spPr>
          <a:xfrm>
            <a:off x="50606" y="125218"/>
            <a:ext cx="1189990" cy="380365"/>
          </a:xfrm>
          <a:prstGeom prst="rect">
            <a:avLst/>
          </a:prstGeom>
        </p:spPr>
      </p:pic>
    </p:spTree>
    <p:extLst>
      <p:ext uri="{BB962C8B-B14F-4D97-AF65-F5344CB8AC3E}">
        <p14:creationId xmlns:p14="http://schemas.microsoft.com/office/powerpoint/2010/main" val="40375484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42F45E7-7E3D-4589-9049-07B218C059A3}"/>
              </a:ext>
            </a:extLst>
          </p:cNvPr>
          <p:cNvPicPr>
            <a:picLocks noChangeAspect="1"/>
          </p:cNvPicPr>
          <p:nvPr/>
        </p:nvPicPr>
        <p:blipFill rotWithShape="1">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t="6117" b="9177"/>
          <a:stretch/>
        </p:blipFill>
        <p:spPr>
          <a:xfrm>
            <a:off x="0" y="0"/>
            <a:ext cx="12192000" cy="6858000"/>
          </a:xfrm>
          <a:prstGeom prst="rect">
            <a:avLst/>
          </a:prstGeom>
        </p:spPr>
      </p:pic>
      <p:sp>
        <p:nvSpPr>
          <p:cNvPr id="3" name="Rectangle 2">
            <a:extLst>
              <a:ext uri="{FF2B5EF4-FFF2-40B4-BE49-F238E27FC236}">
                <a16:creationId xmlns:a16="http://schemas.microsoft.com/office/drawing/2014/main" id="{16C990B1-4642-4784-8516-7A2BDEC39513}"/>
              </a:ext>
            </a:extLst>
          </p:cNvPr>
          <p:cNvSpPr/>
          <p:nvPr/>
        </p:nvSpPr>
        <p:spPr>
          <a:xfrm>
            <a:off x="0" y="0"/>
            <a:ext cx="12192000" cy="6858000"/>
          </a:xfrm>
          <a:prstGeom prst="rect">
            <a:avLst/>
          </a:prstGeom>
          <a:gradFill flip="none" rotWithShape="1">
            <a:gsLst>
              <a:gs pos="0">
                <a:schemeClr val="tx1">
                  <a:alpha val="95000"/>
                </a:schemeClr>
              </a:gs>
              <a:gs pos="100000">
                <a:schemeClr val="tx1">
                  <a:alpha val="95000"/>
                </a:schemeClr>
              </a:gs>
              <a:gs pos="49000">
                <a:schemeClr val="tx1">
                  <a:alpha val="80000"/>
                </a:schemeClr>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D559B658-F1DD-4235-A315-5FA31630973F}"/>
              </a:ext>
            </a:extLst>
          </p:cNvPr>
          <p:cNvSpPr/>
          <p:nvPr/>
        </p:nvSpPr>
        <p:spPr>
          <a:xfrm>
            <a:off x="8648700" y="5524500"/>
            <a:ext cx="3543300" cy="1047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41F1DEF-32DD-40D0-B63D-396863A5080A}"/>
              </a:ext>
            </a:extLst>
          </p:cNvPr>
          <p:cNvSpPr/>
          <p:nvPr/>
        </p:nvSpPr>
        <p:spPr>
          <a:xfrm>
            <a:off x="8243586" y="5723090"/>
            <a:ext cx="3543300" cy="650570"/>
          </a:xfrm>
          <a:prstGeom prst="rect">
            <a:avLst/>
          </a:prstGeom>
          <a:pattFill prst="dkDnDiag">
            <a:fgClr>
              <a:schemeClr val="accent6"/>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B5DE0E6C-D4E2-46CE-95B9-CFEF563B5642}"/>
              </a:ext>
            </a:extLst>
          </p:cNvPr>
          <p:cNvSpPr/>
          <p:nvPr/>
        </p:nvSpPr>
        <p:spPr>
          <a:xfrm>
            <a:off x="-1536702" y="-1549402"/>
            <a:ext cx="3829958" cy="3829958"/>
          </a:xfrm>
          <a:custGeom>
            <a:avLst/>
            <a:gdLst>
              <a:gd name="connsiteX0" fmla="*/ 1914979 w 3829958"/>
              <a:gd name="connsiteY0" fmla="*/ 0 h 3829958"/>
              <a:gd name="connsiteX1" fmla="*/ 3829958 w 3829958"/>
              <a:gd name="connsiteY1" fmla="*/ 1914979 h 3829958"/>
              <a:gd name="connsiteX2" fmla="*/ 3743864 w 3829958"/>
              <a:gd name="connsiteY2" fmla="*/ 2484435 h 3829958"/>
              <a:gd name="connsiteX3" fmla="*/ 3736535 w 3829958"/>
              <a:gd name="connsiteY3" fmla="*/ 2504461 h 3829958"/>
              <a:gd name="connsiteX4" fmla="*/ 3691901 w 3829958"/>
              <a:gd name="connsiteY4" fmla="*/ 2490606 h 3829958"/>
              <a:gd name="connsiteX5" fmla="*/ 3555553 w 3829958"/>
              <a:gd name="connsiteY5" fmla="*/ 2476861 h 3829958"/>
              <a:gd name="connsiteX6" fmla="*/ 2879005 w 3829958"/>
              <a:gd name="connsiteY6" fmla="*/ 3153409 h 3829958"/>
              <a:gd name="connsiteX7" fmla="*/ 2932172 w 3829958"/>
              <a:gd name="connsiteY7" fmla="*/ 3416752 h 3829958"/>
              <a:gd name="connsiteX8" fmla="*/ 2980604 w 3829958"/>
              <a:gd name="connsiteY8" fmla="*/ 3505983 h 3829958"/>
              <a:gd name="connsiteX9" fmla="*/ 2827772 w 3829958"/>
              <a:gd name="connsiteY9" fmla="*/ 3598830 h 3829958"/>
              <a:gd name="connsiteX10" fmla="*/ 1914979 w 3829958"/>
              <a:gd name="connsiteY10" fmla="*/ 3829958 h 3829958"/>
              <a:gd name="connsiteX11" fmla="*/ 0 w 3829958"/>
              <a:gd name="connsiteY11" fmla="*/ 1914979 h 3829958"/>
              <a:gd name="connsiteX12" fmla="*/ 1914979 w 3829958"/>
              <a:gd name="connsiteY12" fmla="*/ 0 h 3829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29958" h="3829958">
                <a:moveTo>
                  <a:pt x="1914979" y="0"/>
                </a:moveTo>
                <a:cubicBezTo>
                  <a:pt x="2972593" y="0"/>
                  <a:pt x="3829958" y="857365"/>
                  <a:pt x="3829958" y="1914979"/>
                </a:cubicBezTo>
                <a:cubicBezTo>
                  <a:pt x="3829958" y="2113282"/>
                  <a:pt x="3799816" y="2304544"/>
                  <a:pt x="3743864" y="2484435"/>
                </a:cubicBezTo>
                <a:lnTo>
                  <a:pt x="3736535" y="2504461"/>
                </a:lnTo>
                <a:lnTo>
                  <a:pt x="3691901" y="2490606"/>
                </a:lnTo>
                <a:cubicBezTo>
                  <a:pt x="3647859" y="2481594"/>
                  <a:pt x="3602259" y="2476861"/>
                  <a:pt x="3555553" y="2476861"/>
                </a:cubicBezTo>
                <a:cubicBezTo>
                  <a:pt x="3181906" y="2476861"/>
                  <a:pt x="2879005" y="2779762"/>
                  <a:pt x="2879005" y="3153409"/>
                </a:cubicBezTo>
                <a:cubicBezTo>
                  <a:pt x="2879005" y="3246821"/>
                  <a:pt x="2897936" y="3335811"/>
                  <a:pt x="2932172" y="3416752"/>
                </a:cubicBezTo>
                <a:lnTo>
                  <a:pt x="2980604" y="3505983"/>
                </a:lnTo>
                <a:lnTo>
                  <a:pt x="2827772" y="3598830"/>
                </a:lnTo>
                <a:cubicBezTo>
                  <a:pt x="2556432" y="3746231"/>
                  <a:pt x="2245483" y="3829958"/>
                  <a:pt x="1914979" y="3829958"/>
                </a:cubicBezTo>
                <a:cubicBezTo>
                  <a:pt x="857365" y="3829958"/>
                  <a:pt x="0" y="2972593"/>
                  <a:pt x="0" y="1914979"/>
                </a:cubicBezTo>
                <a:cubicBezTo>
                  <a:pt x="0" y="857365"/>
                  <a:pt x="857365" y="0"/>
                  <a:pt x="1914979" y="0"/>
                </a:cubicBezTo>
                <a:close/>
              </a:path>
            </a:pathLst>
          </a:custGeom>
          <a:pattFill prst="dkUp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Oval 6">
            <a:extLst>
              <a:ext uri="{FF2B5EF4-FFF2-40B4-BE49-F238E27FC236}">
                <a16:creationId xmlns:a16="http://schemas.microsoft.com/office/drawing/2014/main" id="{B3693BA1-2B08-47EB-AEAD-0DFA8395B271}"/>
              </a:ext>
            </a:extLst>
          </p:cNvPr>
          <p:cNvSpPr/>
          <p:nvPr/>
        </p:nvSpPr>
        <p:spPr>
          <a:xfrm>
            <a:off x="-1938848" y="-1951547"/>
            <a:ext cx="4634248" cy="4634248"/>
          </a:xfrm>
          <a:prstGeom prst="ellipse">
            <a:avLst/>
          </a:prstGeom>
          <a:noFill/>
          <a:ln w="19050">
            <a:solidFill>
              <a:schemeClr val="accent5"/>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B622297-A54D-4617-9EBC-CF6D576C5224}"/>
              </a:ext>
            </a:extLst>
          </p:cNvPr>
          <p:cNvSpPr/>
          <p:nvPr/>
        </p:nvSpPr>
        <p:spPr>
          <a:xfrm>
            <a:off x="1556761" y="1141917"/>
            <a:ext cx="924183" cy="92418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80318C4-BCDD-4311-A18F-9265B87A270B}"/>
              </a:ext>
            </a:extLst>
          </p:cNvPr>
          <p:cNvSpPr/>
          <p:nvPr/>
        </p:nvSpPr>
        <p:spPr>
          <a:xfrm rot="10800000">
            <a:off x="8445500" y="5617650"/>
            <a:ext cx="1041400" cy="21088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F698AE66-5967-4786-9D8F-1A725F6FC702}"/>
              </a:ext>
            </a:extLst>
          </p:cNvPr>
          <p:cNvGrpSpPr/>
          <p:nvPr/>
        </p:nvGrpSpPr>
        <p:grpSpPr>
          <a:xfrm>
            <a:off x="10420350" y="285750"/>
            <a:ext cx="804758" cy="144689"/>
            <a:chOff x="4455886" y="479425"/>
            <a:chExt cx="804758" cy="144689"/>
          </a:xfrm>
        </p:grpSpPr>
        <p:cxnSp>
          <p:nvCxnSpPr>
            <p:cNvPr id="15" name="Straight Connector 14">
              <a:extLst>
                <a:ext uri="{FF2B5EF4-FFF2-40B4-BE49-F238E27FC236}">
                  <a16:creationId xmlns:a16="http://schemas.microsoft.com/office/drawing/2014/main" id="{8F1A76E1-D6D8-4852-85B9-7FDD5ABBF3BB}"/>
                </a:ext>
              </a:extLst>
            </p:cNvPr>
            <p:cNvCxnSpPr>
              <a:cxnSpLocks/>
            </p:cNvCxnSpPr>
            <p:nvPr/>
          </p:nvCxnSpPr>
          <p:spPr>
            <a:xfrm flipH="1">
              <a:off x="445588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47E7E72-EC7D-477B-8049-BBFC86FEFF13}"/>
                </a:ext>
              </a:extLst>
            </p:cNvPr>
            <p:cNvCxnSpPr>
              <a:cxnSpLocks/>
            </p:cNvCxnSpPr>
            <p:nvPr/>
          </p:nvCxnSpPr>
          <p:spPr>
            <a:xfrm flipH="1">
              <a:off x="460384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BAB7941-03C6-4F12-9E04-9077539D8580}"/>
                </a:ext>
              </a:extLst>
            </p:cNvPr>
            <p:cNvCxnSpPr>
              <a:cxnSpLocks/>
            </p:cNvCxnSpPr>
            <p:nvPr/>
          </p:nvCxnSpPr>
          <p:spPr>
            <a:xfrm flipH="1">
              <a:off x="475179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49FD28-7095-45B9-A159-1411E0D082CF}"/>
                </a:ext>
              </a:extLst>
            </p:cNvPr>
            <p:cNvCxnSpPr>
              <a:cxnSpLocks/>
            </p:cNvCxnSpPr>
            <p:nvPr/>
          </p:nvCxnSpPr>
          <p:spPr>
            <a:xfrm flipH="1">
              <a:off x="489975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94CE044-D8F7-478D-AC0F-4B7B7EC81420}"/>
                </a:ext>
              </a:extLst>
            </p:cNvPr>
            <p:cNvCxnSpPr>
              <a:cxnSpLocks/>
            </p:cNvCxnSpPr>
            <p:nvPr/>
          </p:nvCxnSpPr>
          <p:spPr>
            <a:xfrm flipH="1">
              <a:off x="504770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4DFADAC-57F4-4EB2-9CF7-1020DEA1EB0C}"/>
                </a:ext>
              </a:extLst>
            </p:cNvPr>
            <p:cNvCxnSpPr>
              <a:cxnSpLocks/>
            </p:cNvCxnSpPr>
            <p:nvPr/>
          </p:nvCxnSpPr>
          <p:spPr>
            <a:xfrm flipH="1">
              <a:off x="519566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24" name="Straight Connector 23">
            <a:extLst>
              <a:ext uri="{FF2B5EF4-FFF2-40B4-BE49-F238E27FC236}">
                <a16:creationId xmlns:a16="http://schemas.microsoft.com/office/drawing/2014/main" id="{B0A8832C-24F7-4903-86A4-6AE9F1C8E555}"/>
              </a:ext>
            </a:extLst>
          </p:cNvPr>
          <p:cNvCxnSpPr>
            <a:cxnSpLocks/>
          </p:cNvCxnSpPr>
          <p:nvPr/>
        </p:nvCxnSpPr>
        <p:spPr>
          <a:xfrm flipH="1">
            <a:off x="11201400" y="358094"/>
            <a:ext cx="981075"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C96E1AB-AAFA-4C31-A014-04B75B16B1D9}"/>
              </a:ext>
            </a:extLst>
          </p:cNvPr>
          <p:cNvCxnSpPr>
            <a:cxnSpLocks/>
          </p:cNvCxnSpPr>
          <p:nvPr/>
        </p:nvCxnSpPr>
        <p:spPr>
          <a:xfrm>
            <a:off x="895816" y="2627086"/>
            <a:ext cx="0" cy="4211864"/>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D8E0974-BC24-4BA5-97A3-EC9ED8F4A343}"/>
              </a:ext>
            </a:extLst>
          </p:cNvPr>
          <p:cNvCxnSpPr>
            <a:cxnSpLocks/>
          </p:cNvCxnSpPr>
          <p:nvPr/>
        </p:nvCxnSpPr>
        <p:spPr>
          <a:xfrm>
            <a:off x="529166" y="4838700"/>
            <a:ext cx="0" cy="200025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C026667-799F-4EB6-B96F-4D9051F3C6F9}"/>
              </a:ext>
            </a:extLst>
          </p:cNvPr>
          <p:cNvCxnSpPr>
            <a:cxnSpLocks/>
          </p:cNvCxnSpPr>
          <p:nvPr/>
        </p:nvCxnSpPr>
        <p:spPr>
          <a:xfrm>
            <a:off x="232283" y="6248400"/>
            <a:ext cx="0" cy="59055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C476F0D7-F33E-4A33-9A25-D15E7B57E91D}"/>
              </a:ext>
            </a:extLst>
          </p:cNvPr>
          <p:cNvGrpSpPr/>
          <p:nvPr/>
        </p:nvGrpSpPr>
        <p:grpSpPr>
          <a:xfrm>
            <a:off x="2563916" y="358094"/>
            <a:ext cx="1729654" cy="848268"/>
            <a:chOff x="233739" y="283295"/>
            <a:chExt cx="1729654" cy="848268"/>
          </a:xfrm>
          <a:gradFill>
            <a:gsLst>
              <a:gs pos="0">
                <a:schemeClr val="accent3"/>
              </a:gs>
              <a:gs pos="100000">
                <a:schemeClr val="tx1">
                  <a:alpha val="0"/>
                </a:schemeClr>
              </a:gs>
            </a:gsLst>
            <a:lin ang="0" scaled="1"/>
          </a:gradFill>
        </p:grpSpPr>
        <p:grpSp>
          <p:nvGrpSpPr>
            <p:cNvPr id="34" name="Group 33">
              <a:extLst>
                <a:ext uri="{FF2B5EF4-FFF2-40B4-BE49-F238E27FC236}">
                  <a16:creationId xmlns:a16="http://schemas.microsoft.com/office/drawing/2014/main" id="{75D90828-5100-410A-8A8E-4687D38638FA}"/>
                </a:ext>
              </a:extLst>
            </p:cNvPr>
            <p:cNvGrpSpPr/>
            <p:nvPr/>
          </p:nvGrpSpPr>
          <p:grpSpPr>
            <a:xfrm rot="5400000">
              <a:off x="1055270" y="-538236"/>
              <a:ext cx="86591" cy="1729654"/>
              <a:chOff x="85292" y="59892"/>
              <a:chExt cx="86591" cy="1729654"/>
            </a:xfrm>
            <a:grpFill/>
          </p:grpSpPr>
          <p:sp>
            <p:nvSpPr>
              <p:cNvPr id="68" name="Oval 67">
                <a:extLst>
                  <a:ext uri="{FF2B5EF4-FFF2-40B4-BE49-F238E27FC236}">
                    <a16:creationId xmlns:a16="http://schemas.microsoft.com/office/drawing/2014/main" id="{81DCCFD7-E0A5-47AD-986F-4F362EFA64B4}"/>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CFB457A8-22BF-445D-8BE4-A5F0B8F28315}"/>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F9CE3CC5-6A7F-4EDF-98E8-87C0423E576A}"/>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BC7124F4-4C3D-4E37-BAE9-9EDED01A0EA0}"/>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D535BD03-2F0C-4000-88DC-929BE058361D}"/>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E3252F64-CB94-446A-9777-533DA0DFB361}"/>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EBA391DC-019F-4A84-880F-EE19B975D245}"/>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B1664578-5E45-4F3B-87FF-5CACEC9B8DFA}"/>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E03CCC18-FFEA-4FB8-9EFD-6C14B821CC83}"/>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69A5247D-C922-46D3-8D5E-C5BA40B504A7}"/>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2163A3C6-F6A5-4A7C-9540-CE170FFD1C11}"/>
                </a:ext>
              </a:extLst>
            </p:cNvPr>
            <p:cNvGrpSpPr/>
            <p:nvPr/>
          </p:nvGrpSpPr>
          <p:grpSpPr>
            <a:xfrm rot="5400000">
              <a:off x="1055270" y="-284344"/>
              <a:ext cx="86591" cy="1729654"/>
              <a:chOff x="85292" y="59892"/>
              <a:chExt cx="86591" cy="1729654"/>
            </a:xfrm>
            <a:grpFill/>
          </p:grpSpPr>
          <p:sp>
            <p:nvSpPr>
              <p:cNvPr id="58" name="Oval 57">
                <a:extLst>
                  <a:ext uri="{FF2B5EF4-FFF2-40B4-BE49-F238E27FC236}">
                    <a16:creationId xmlns:a16="http://schemas.microsoft.com/office/drawing/2014/main" id="{A38A5E62-0408-4617-838D-0C50A772158D}"/>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6D471D9B-B1A8-4A13-B904-D1F99AE2A052}"/>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59015498-9B56-4E63-A85E-C9F3BC12C5F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072DCEF1-0785-4B65-AE1F-56F85C2FF31B}"/>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FF75C609-B566-4B1B-9ADD-14310F3129D9}"/>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3EB0BFA9-3F87-437F-A039-56CC41037663}"/>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976DEC39-9D0A-44FB-9A62-C28F18F749C5}"/>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670AA069-8264-4C03-B5A9-69BC6E2AFA16}"/>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DEB57F6E-1D9B-4351-8C01-E6CF70C574FE}"/>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4DC638D5-8901-4644-ABD5-35D803D1D606}"/>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E0884EA3-8932-4332-B434-E341678CD491}"/>
                </a:ext>
              </a:extLst>
            </p:cNvPr>
            <p:cNvGrpSpPr/>
            <p:nvPr/>
          </p:nvGrpSpPr>
          <p:grpSpPr>
            <a:xfrm rot="5400000">
              <a:off x="1055270" y="-30452"/>
              <a:ext cx="86591" cy="1729654"/>
              <a:chOff x="85292" y="59892"/>
              <a:chExt cx="86591" cy="1729654"/>
            </a:xfrm>
            <a:grpFill/>
          </p:grpSpPr>
          <p:sp>
            <p:nvSpPr>
              <p:cNvPr id="48" name="Oval 47">
                <a:extLst>
                  <a:ext uri="{FF2B5EF4-FFF2-40B4-BE49-F238E27FC236}">
                    <a16:creationId xmlns:a16="http://schemas.microsoft.com/office/drawing/2014/main" id="{5F088E95-F67A-4E2A-96CD-096E878B2397}"/>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BF7EA06-3AB5-4176-BCF5-EA49597E187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0303BAB0-F36E-4FFC-8AC9-E888B036E05B}"/>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BDCEEE51-8A01-450A-BBB6-2EE82FAD25C7}"/>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AF7E0978-36BC-4FFC-BC62-78004EC6545F}"/>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26E88A2D-E06A-4B31-897A-F29D5BCA6059}"/>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CABE59FC-4023-4E7D-8847-A16CB70E1FF1}"/>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CC430C89-D3C1-4F61-A6C8-16EF64470952}"/>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54358A37-A5A9-4A84-B2DD-B5FB8BE394EA}"/>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E11FDEA4-5CF8-46B6-B19D-5C4AE81BF77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D4429CDA-BCA9-4826-A6E2-7306FC4012FB}"/>
                </a:ext>
              </a:extLst>
            </p:cNvPr>
            <p:cNvGrpSpPr/>
            <p:nvPr/>
          </p:nvGrpSpPr>
          <p:grpSpPr>
            <a:xfrm rot="5400000">
              <a:off x="1055270" y="223441"/>
              <a:ext cx="86591" cy="1729654"/>
              <a:chOff x="85292" y="59892"/>
              <a:chExt cx="86591" cy="1729654"/>
            </a:xfrm>
            <a:grpFill/>
          </p:grpSpPr>
          <p:sp>
            <p:nvSpPr>
              <p:cNvPr id="38" name="Oval 37">
                <a:extLst>
                  <a:ext uri="{FF2B5EF4-FFF2-40B4-BE49-F238E27FC236}">
                    <a16:creationId xmlns:a16="http://schemas.microsoft.com/office/drawing/2014/main" id="{E4547F50-1583-4489-88DA-074C4B15BE50}"/>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6D963E37-01FA-483F-97B8-283894A51733}"/>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FB26921C-9545-4AC1-A39D-97CC01AA7DED}"/>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C7F50F07-F94F-4240-B23B-19737864FC3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63E80846-CB79-4D2B-89D5-4FE39182BD64}"/>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37088A44-5D33-4105-8791-905E8F2ED162}"/>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4309E6E7-66E4-43A5-AF5B-98CCB5A6D217}"/>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50032B6A-F2E9-4056-9271-31D8BF23E443}"/>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F62B9C11-1F77-44B5-899A-12FC9D4A3236}"/>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AA822719-F362-49F2-BF1A-E07F246EFBDF}"/>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8" name="Group 77">
            <a:extLst>
              <a:ext uri="{FF2B5EF4-FFF2-40B4-BE49-F238E27FC236}">
                <a16:creationId xmlns:a16="http://schemas.microsoft.com/office/drawing/2014/main" id="{C13D135F-54DE-4187-AC61-D78180B82C45}"/>
              </a:ext>
            </a:extLst>
          </p:cNvPr>
          <p:cNvGrpSpPr/>
          <p:nvPr/>
        </p:nvGrpSpPr>
        <p:grpSpPr>
          <a:xfrm>
            <a:off x="10260116" y="5025344"/>
            <a:ext cx="1729654" cy="848268"/>
            <a:chOff x="233739" y="283295"/>
            <a:chExt cx="1729654" cy="848268"/>
          </a:xfrm>
          <a:gradFill>
            <a:gsLst>
              <a:gs pos="0">
                <a:schemeClr val="accent3"/>
              </a:gs>
              <a:gs pos="100000">
                <a:schemeClr val="tx1">
                  <a:alpha val="0"/>
                </a:schemeClr>
              </a:gs>
            </a:gsLst>
            <a:lin ang="0" scaled="1"/>
          </a:gradFill>
        </p:grpSpPr>
        <p:grpSp>
          <p:nvGrpSpPr>
            <p:cNvPr id="79" name="Group 78">
              <a:extLst>
                <a:ext uri="{FF2B5EF4-FFF2-40B4-BE49-F238E27FC236}">
                  <a16:creationId xmlns:a16="http://schemas.microsoft.com/office/drawing/2014/main" id="{C8596B4A-332B-4DF9-964B-58055561AB9D}"/>
                </a:ext>
              </a:extLst>
            </p:cNvPr>
            <p:cNvGrpSpPr/>
            <p:nvPr/>
          </p:nvGrpSpPr>
          <p:grpSpPr>
            <a:xfrm rot="5400000">
              <a:off x="1055270" y="-538236"/>
              <a:ext cx="86591" cy="1729654"/>
              <a:chOff x="85292" y="59892"/>
              <a:chExt cx="86591" cy="1729654"/>
            </a:xfrm>
            <a:grpFill/>
          </p:grpSpPr>
          <p:sp>
            <p:nvSpPr>
              <p:cNvPr id="113" name="Oval 112">
                <a:extLst>
                  <a:ext uri="{FF2B5EF4-FFF2-40B4-BE49-F238E27FC236}">
                    <a16:creationId xmlns:a16="http://schemas.microsoft.com/office/drawing/2014/main" id="{7089744E-FA18-468B-AAB3-5708BA336F44}"/>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0D9E6EAE-84CC-44BE-8470-02AF07EFE40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a:extLst>
                  <a:ext uri="{FF2B5EF4-FFF2-40B4-BE49-F238E27FC236}">
                    <a16:creationId xmlns:a16="http://schemas.microsoft.com/office/drawing/2014/main" id="{6A9A00CF-96C1-4049-BA32-48C7F14190C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1B205536-8343-4753-8C3C-6EBAD27CB025}"/>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FFE1934F-0BA2-4B7F-8C40-2B8A30E23D43}"/>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39D6ECF3-87B6-456E-A872-B472FC3E78EA}"/>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B070C7AC-0E68-48F9-B7A5-C39C9370F9ED}"/>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Oval 119">
                <a:extLst>
                  <a:ext uri="{FF2B5EF4-FFF2-40B4-BE49-F238E27FC236}">
                    <a16:creationId xmlns:a16="http://schemas.microsoft.com/office/drawing/2014/main" id="{CE8DDDFF-8040-4BEA-AE98-38E72EAFA225}"/>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F37BA6A8-B41B-44F7-80B9-DDC6DBBD46FF}"/>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E055EE7C-F064-42A2-8872-9B6A1FE5B1C4}"/>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0" name="Group 79">
              <a:extLst>
                <a:ext uri="{FF2B5EF4-FFF2-40B4-BE49-F238E27FC236}">
                  <a16:creationId xmlns:a16="http://schemas.microsoft.com/office/drawing/2014/main" id="{EECCF488-A5E3-4BA6-9C2A-9D42966EC4C7}"/>
                </a:ext>
              </a:extLst>
            </p:cNvPr>
            <p:cNvGrpSpPr/>
            <p:nvPr/>
          </p:nvGrpSpPr>
          <p:grpSpPr>
            <a:xfrm rot="5400000">
              <a:off x="1055270" y="-284344"/>
              <a:ext cx="86591" cy="1729654"/>
              <a:chOff x="85292" y="59892"/>
              <a:chExt cx="86591" cy="1729654"/>
            </a:xfrm>
            <a:grpFill/>
          </p:grpSpPr>
          <p:sp>
            <p:nvSpPr>
              <p:cNvPr id="103" name="Oval 102">
                <a:extLst>
                  <a:ext uri="{FF2B5EF4-FFF2-40B4-BE49-F238E27FC236}">
                    <a16:creationId xmlns:a16="http://schemas.microsoft.com/office/drawing/2014/main" id="{0E42244A-7AA6-453D-B12B-F427F4D64F0E}"/>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4FBC28B3-941C-4E3B-91C4-DAB4186DCBC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D4E23335-3D76-421A-A455-D3E75C21F314}"/>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831EDD80-EEF3-4CB2-B523-52A7633A6C38}"/>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15C6C3B7-66FB-4502-AA4A-4494C7079A38}"/>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8F610EBE-B34C-4B1C-A526-53B0B548B0C4}"/>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E740292B-3A54-44CB-8030-D451E034C52F}"/>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D4893017-2A88-4489-BD53-8FA9D91043ED}"/>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BD55C28F-69B6-4462-B8D2-EF6487547A8B}"/>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B1AC7914-4D7B-4804-BB25-98795DFBBE7B}"/>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AA18B733-BFB7-4FD4-ABDE-08285BB754DD}"/>
                </a:ext>
              </a:extLst>
            </p:cNvPr>
            <p:cNvGrpSpPr/>
            <p:nvPr/>
          </p:nvGrpSpPr>
          <p:grpSpPr>
            <a:xfrm rot="5400000">
              <a:off x="1055270" y="-30452"/>
              <a:ext cx="86591" cy="1729654"/>
              <a:chOff x="85292" y="59892"/>
              <a:chExt cx="86591" cy="1729654"/>
            </a:xfrm>
            <a:grpFill/>
          </p:grpSpPr>
          <p:sp>
            <p:nvSpPr>
              <p:cNvPr id="93" name="Oval 92">
                <a:extLst>
                  <a:ext uri="{FF2B5EF4-FFF2-40B4-BE49-F238E27FC236}">
                    <a16:creationId xmlns:a16="http://schemas.microsoft.com/office/drawing/2014/main" id="{340D1657-54A1-46F3-B1DC-998063F67812}"/>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C1669A70-1DAC-498F-AB5C-8E8050B209D0}"/>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EF52E370-21DD-4B9E-971A-B72A552BC725}"/>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867B3439-6708-452C-8E7D-7ACC2C83F622}"/>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39A99387-5750-40CA-A2C3-6093B03200A4}"/>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77CD4979-8E37-4A55-BAE6-4702AAA82F15}"/>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72B9F5C5-E9ED-40B1-A850-67D8CF81FB0C}"/>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6DB136E8-23B5-485C-81F9-65B6E3556C2F}"/>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AE5A1B14-04E3-461A-BCA8-4254D4D84005}"/>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05E07A7D-4B74-4882-AB43-BBBB303B9F6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 name="Group 81">
              <a:extLst>
                <a:ext uri="{FF2B5EF4-FFF2-40B4-BE49-F238E27FC236}">
                  <a16:creationId xmlns:a16="http://schemas.microsoft.com/office/drawing/2014/main" id="{CE0EC56B-FD84-4BEA-B1F3-0B181EB8211E}"/>
                </a:ext>
              </a:extLst>
            </p:cNvPr>
            <p:cNvGrpSpPr/>
            <p:nvPr/>
          </p:nvGrpSpPr>
          <p:grpSpPr>
            <a:xfrm rot="5400000">
              <a:off x="1055270" y="223441"/>
              <a:ext cx="86591" cy="1729654"/>
              <a:chOff x="85292" y="59892"/>
              <a:chExt cx="86591" cy="1729654"/>
            </a:xfrm>
            <a:grpFill/>
          </p:grpSpPr>
          <p:sp>
            <p:nvSpPr>
              <p:cNvPr id="83" name="Oval 82">
                <a:extLst>
                  <a:ext uri="{FF2B5EF4-FFF2-40B4-BE49-F238E27FC236}">
                    <a16:creationId xmlns:a16="http://schemas.microsoft.com/office/drawing/2014/main" id="{35F804F5-26BA-436E-B40B-B30E284EC6EA}"/>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3E4AA924-361E-4477-93B5-5CBF68B0B88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8D5CCCF6-FB7D-4579-B0D9-891F9F500D4B}"/>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A9F21A39-8D85-4650-AD05-75689CDA9D7F}"/>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FCD21955-8A08-4D03-B59A-9C03F93E8CFD}"/>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6F1A9CEA-3ECE-48BC-9EB9-0642C7DC2977}"/>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04CE57BE-8602-41CB-8971-5D7E9BA4F21C}"/>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723CD544-17A7-4A26-8C21-949FF32C455C}"/>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C016A52F-5E0B-46A6-9565-F264E4E4662C}"/>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5C314357-2C06-4593-A9EE-822A1DE6D77B}"/>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3" name="Group 122">
            <a:extLst>
              <a:ext uri="{FF2B5EF4-FFF2-40B4-BE49-F238E27FC236}">
                <a16:creationId xmlns:a16="http://schemas.microsoft.com/office/drawing/2014/main" id="{F184C3A3-073C-4EF4-ADD6-2254197028A5}"/>
              </a:ext>
            </a:extLst>
          </p:cNvPr>
          <p:cNvGrpSpPr/>
          <p:nvPr/>
        </p:nvGrpSpPr>
        <p:grpSpPr>
          <a:xfrm rot="16200000">
            <a:off x="-23244" y="5404397"/>
            <a:ext cx="1729654" cy="848268"/>
            <a:chOff x="233739" y="283295"/>
            <a:chExt cx="1729654" cy="848268"/>
          </a:xfrm>
          <a:gradFill>
            <a:gsLst>
              <a:gs pos="0">
                <a:schemeClr val="accent3"/>
              </a:gs>
              <a:gs pos="100000">
                <a:schemeClr val="tx1">
                  <a:alpha val="0"/>
                </a:schemeClr>
              </a:gs>
            </a:gsLst>
            <a:lin ang="0" scaled="1"/>
          </a:gradFill>
        </p:grpSpPr>
        <p:grpSp>
          <p:nvGrpSpPr>
            <p:cNvPr id="124" name="Group 123">
              <a:extLst>
                <a:ext uri="{FF2B5EF4-FFF2-40B4-BE49-F238E27FC236}">
                  <a16:creationId xmlns:a16="http://schemas.microsoft.com/office/drawing/2014/main" id="{2F1BCD85-0C1D-4C81-A1CF-64000091D4E6}"/>
                </a:ext>
              </a:extLst>
            </p:cNvPr>
            <p:cNvGrpSpPr/>
            <p:nvPr/>
          </p:nvGrpSpPr>
          <p:grpSpPr>
            <a:xfrm rot="5400000">
              <a:off x="1055270" y="-538236"/>
              <a:ext cx="86591" cy="1729654"/>
              <a:chOff x="85292" y="59892"/>
              <a:chExt cx="86591" cy="1729654"/>
            </a:xfrm>
            <a:grpFill/>
          </p:grpSpPr>
          <p:sp>
            <p:nvSpPr>
              <p:cNvPr id="158" name="Oval 157">
                <a:extLst>
                  <a:ext uri="{FF2B5EF4-FFF2-40B4-BE49-F238E27FC236}">
                    <a16:creationId xmlns:a16="http://schemas.microsoft.com/office/drawing/2014/main" id="{FF2373DD-0104-4E61-B137-E791C61E9FB7}"/>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Oval 158">
                <a:extLst>
                  <a:ext uri="{FF2B5EF4-FFF2-40B4-BE49-F238E27FC236}">
                    <a16:creationId xmlns:a16="http://schemas.microsoft.com/office/drawing/2014/main" id="{345AC7EC-89B0-4DAF-ABE1-917D9391A4A7}"/>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Oval 159">
                <a:extLst>
                  <a:ext uri="{FF2B5EF4-FFF2-40B4-BE49-F238E27FC236}">
                    <a16:creationId xmlns:a16="http://schemas.microsoft.com/office/drawing/2014/main" id="{5C8C5AE6-1949-4756-896F-650D73091547}"/>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Oval 160">
                <a:extLst>
                  <a:ext uri="{FF2B5EF4-FFF2-40B4-BE49-F238E27FC236}">
                    <a16:creationId xmlns:a16="http://schemas.microsoft.com/office/drawing/2014/main" id="{7714A075-3639-4519-AA5E-BB8C66AD98C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Oval 161">
                <a:extLst>
                  <a:ext uri="{FF2B5EF4-FFF2-40B4-BE49-F238E27FC236}">
                    <a16:creationId xmlns:a16="http://schemas.microsoft.com/office/drawing/2014/main" id="{C9935CF5-1B4B-4695-AFAC-6D9A16F0C7C8}"/>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Oval 162">
                <a:extLst>
                  <a:ext uri="{FF2B5EF4-FFF2-40B4-BE49-F238E27FC236}">
                    <a16:creationId xmlns:a16="http://schemas.microsoft.com/office/drawing/2014/main" id="{C41A35E7-7A97-4863-9502-5BCECCEF4228}"/>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Oval 163">
                <a:extLst>
                  <a:ext uri="{FF2B5EF4-FFF2-40B4-BE49-F238E27FC236}">
                    <a16:creationId xmlns:a16="http://schemas.microsoft.com/office/drawing/2014/main" id="{11EB2960-154B-454B-877C-5F091670D252}"/>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Oval 164">
                <a:extLst>
                  <a:ext uri="{FF2B5EF4-FFF2-40B4-BE49-F238E27FC236}">
                    <a16:creationId xmlns:a16="http://schemas.microsoft.com/office/drawing/2014/main" id="{0371AF70-5D28-4BBB-9493-087622E0386E}"/>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Oval 165">
                <a:extLst>
                  <a:ext uri="{FF2B5EF4-FFF2-40B4-BE49-F238E27FC236}">
                    <a16:creationId xmlns:a16="http://schemas.microsoft.com/office/drawing/2014/main" id="{D2F1F8DC-F58E-49D4-91E3-85F61E12F3E0}"/>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Oval 166">
                <a:extLst>
                  <a:ext uri="{FF2B5EF4-FFF2-40B4-BE49-F238E27FC236}">
                    <a16:creationId xmlns:a16="http://schemas.microsoft.com/office/drawing/2014/main" id="{4E230B08-640F-4352-84BF-D632E137D54E}"/>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5" name="Group 124">
              <a:extLst>
                <a:ext uri="{FF2B5EF4-FFF2-40B4-BE49-F238E27FC236}">
                  <a16:creationId xmlns:a16="http://schemas.microsoft.com/office/drawing/2014/main" id="{E9D79321-D215-4181-B7B5-6E83D3F90EEA}"/>
                </a:ext>
              </a:extLst>
            </p:cNvPr>
            <p:cNvGrpSpPr/>
            <p:nvPr/>
          </p:nvGrpSpPr>
          <p:grpSpPr>
            <a:xfrm rot="5400000">
              <a:off x="1055270" y="-284344"/>
              <a:ext cx="86591" cy="1729654"/>
              <a:chOff x="85292" y="59892"/>
              <a:chExt cx="86591" cy="1729654"/>
            </a:xfrm>
            <a:grpFill/>
          </p:grpSpPr>
          <p:sp>
            <p:nvSpPr>
              <p:cNvPr id="148" name="Oval 147">
                <a:extLst>
                  <a:ext uri="{FF2B5EF4-FFF2-40B4-BE49-F238E27FC236}">
                    <a16:creationId xmlns:a16="http://schemas.microsoft.com/office/drawing/2014/main" id="{91A2325B-90FB-4B3B-9B3E-5742ED7F6D05}"/>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Oval 148">
                <a:extLst>
                  <a:ext uri="{FF2B5EF4-FFF2-40B4-BE49-F238E27FC236}">
                    <a16:creationId xmlns:a16="http://schemas.microsoft.com/office/drawing/2014/main" id="{9587DC87-5BDA-4D33-9B80-B4CE8E797ADA}"/>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Oval 149">
                <a:extLst>
                  <a:ext uri="{FF2B5EF4-FFF2-40B4-BE49-F238E27FC236}">
                    <a16:creationId xmlns:a16="http://schemas.microsoft.com/office/drawing/2014/main" id="{A7E49CED-B878-4F1D-97FD-F0D5FBA13C9E}"/>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Oval 150">
                <a:extLst>
                  <a:ext uri="{FF2B5EF4-FFF2-40B4-BE49-F238E27FC236}">
                    <a16:creationId xmlns:a16="http://schemas.microsoft.com/office/drawing/2014/main" id="{E4EB0D13-92C9-4227-85E9-42968549A3AD}"/>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a:extLst>
                  <a:ext uri="{FF2B5EF4-FFF2-40B4-BE49-F238E27FC236}">
                    <a16:creationId xmlns:a16="http://schemas.microsoft.com/office/drawing/2014/main" id="{456749B0-5674-45E1-B4DB-A3DB15FE37F0}"/>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Oval 152">
                <a:extLst>
                  <a:ext uri="{FF2B5EF4-FFF2-40B4-BE49-F238E27FC236}">
                    <a16:creationId xmlns:a16="http://schemas.microsoft.com/office/drawing/2014/main" id="{1FF90E95-A4E9-4220-9A93-EC0677C0AAC9}"/>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Oval 153">
                <a:extLst>
                  <a:ext uri="{FF2B5EF4-FFF2-40B4-BE49-F238E27FC236}">
                    <a16:creationId xmlns:a16="http://schemas.microsoft.com/office/drawing/2014/main" id="{F1F06578-D017-4B76-ACFF-1DF22AD672DD}"/>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a:extLst>
                  <a:ext uri="{FF2B5EF4-FFF2-40B4-BE49-F238E27FC236}">
                    <a16:creationId xmlns:a16="http://schemas.microsoft.com/office/drawing/2014/main" id="{53111620-21A8-4D82-8F30-BABE40857A58}"/>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Oval 155">
                <a:extLst>
                  <a:ext uri="{FF2B5EF4-FFF2-40B4-BE49-F238E27FC236}">
                    <a16:creationId xmlns:a16="http://schemas.microsoft.com/office/drawing/2014/main" id="{28BF1636-A4E1-407A-8D75-7C89541A4B01}"/>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Oval 156">
                <a:extLst>
                  <a:ext uri="{FF2B5EF4-FFF2-40B4-BE49-F238E27FC236}">
                    <a16:creationId xmlns:a16="http://schemas.microsoft.com/office/drawing/2014/main" id="{D69FB0EC-49CB-470C-A688-D8EEF01C0C18}"/>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125">
              <a:extLst>
                <a:ext uri="{FF2B5EF4-FFF2-40B4-BE49-F238E27FC236}">
                  <a16:creationId xmlns:a16="http://schemas.microsoft.com/office/drawing/2014/main" id="{E78C7CF2-5B50-4FDE-945B-85F366423944}"/>
                </a:ext>
              </a:extLst>
            </p:cNvPr>
            <p:cNvGrpSpPr/>
            <p:nvPr/>
          </p:nvGrpSpPr>
          <p:grpSpPr>
            <a:xfrm rot="5400000">
              <a:off x="1055270" y="-30452"/>
              <a:ext cx="86591" cy="1729654"/>
              <a:chOff x="85292" y="59892"/>
              <a:chExt cx="86591" cy="1729654"/>
            </a:xfrm>
            <a:grpFill/>
          </p:grpSpPr>
          <p:sp>
            <p:nvSpPr>
              <p:cNvPr id="138" name="Oval 137">
                <a:extLst>
                  <a:ext uri="{FF2B5EF4-FFF2-40B4-BE49-F238E27FC236}">
                    <a16:creationId xmlns:a16="http://schemas.microsoft.com/office/drawing/2014/main" id="{80F752F0-D6D2-4C81-B51E-B41D0A5F370D}"/>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a:extLst>
                  <a:ext uri="{FF2B5EF4-FFF2-40B4-BE49-F238E27FC236}">
                    <a16:creationId xmlns:a16="http://schemas.microsoft.com/office/drawing/2014/main" id="{05721A32-45CF-4DAC-89CF-522A15558B86}"/>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a:extLst>
                  <a:ext uri="{FF2B5EF4-FFF2-40B4-BE49-F238E27FC236}">
                    <a16:creationId xmlns:a16="http://schemas.microsoft.com/office/drawing/2014/main" id="{1B15AC74-A498-4469-BE65-01CB7A6F7BE3}"/>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1FE29D41-6A85-4140-9F2D-26A3154F9D35}"/>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Oval 141">
                <a:extLst>
                  <a:ext uri="{FF2B5EF4-FFF2-40B4-BE49-F238E27FC236}">
                    <a16:creationId xmlns:a16="http://schemas.microsoft.com/office/drawing/2014/main" id="{31F04094-164F-48B5-8AF3-79C2D48092E3}"/>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a:extLst>
                  <a:ext uri="{FF2B5EF4-FFF2-40B4-BE49-F238E27FC236}">
                    <a16:creationId xmlns:a16="http://schemas.microsoft.com/office/drawing/2014/main" id="{03C47591-C01F-4A21-A881-B3ADDBB5AF38}"/>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a:extLst>
                  <a:ext uri="{FF2B5EF4-FFF2-40B4-BE49-F238E27FC236}">
                    <a16:creationId xmlns:a16="http://schemas.microsoft.com/office/drawing/2014/main" id="{E0165459-0291-4E9A-B276-F5F43E9583E4}"/>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a:extLst>
                  <a:ext uri="{FF2B5EF4-FFF2-40B4-BE49-F238E27FC236}">
                    <a16:creationId xmlns:a16="http://schemas.microsoft.com/office/drawing/2014/main" id="{F850E9DC-097E-46B7-A242-1810A996BBF2}"/>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FEF33DE2-183A-4301-958F-9E1AD301A007}"/>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Oval 146">
                <a:extLst>
                  <a:ext uri="{FF2B5EF4-FFF2-40B4-BE49-F238E27FC236}">
                    <a16:creationId xmlns:a16="http://schemas.microsoft.com/office/drawing/2014/main" id="{9B6FCC23-E8EA-46D1-B589-AF25D9BFA639}"/>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7" name="Group 126">
              <a:extLst>
                <a:ext uri="{FF2B5EF4-FFF2-40B4-BE49-F238E27FC236}">
                  <a16:creationId xmlns:a16="http://schemas.microsoft.com/office/drawing/2014/main" id="{6E72CABD-5337-4E73-A16D-F3C6D2B7AACC}"/>
                </a:ext>
              </a:extLst>
            </p:cNvPr>
            <p:cNvGrpSpPr/>
            <p:nvPr/>
          </p:nvGrpSpPr>
          <p:grpSpPr>
            <a:xfrm rot="5400000">
              <a:off x="1055270" y="223441"/>
              <a:ext cx="86591" cy="1729654"/>
              <a:chOff x="85292" y="59892"/>
              <a:chExt cx="86591" cy="1729654"/>
            </a:xfrm>
            <a:grpFill/>
          </p:grpSpPr>
          <p:sp>
            <p:nvSpPr>
              <p:cNvPr id="128" name="Oval 127">
                <a:extLst>
                  <a:ext uri="{FF2B5EF4-FFF2-40B4-BE49-F238E27FC236}">
                    <a16:creationId xmlns:a16="http://schemas.microsoft.com/office/drawing/2014/main" id="{136A3317-CB32-4574-B664-CE93E62402DA}"/>
                  </a:ext>
                </a:extLst>
              </p:cNvPr>
              <p:cNvSpPr/>
              <p:nvPr/>
            </p:nvSpPr>
            <p:spPr>
              <a:xfrm>
                <a:off x="85292" y="59892"/>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2F1A3F06-65C6-4314-B364-C613F20BC0E3}"/>
                  </a:ext>
                </a:extLst>
              </p:cNvPr>
              <p:cNvSpPr/>
              <p:nvPr/>
            </p:nvSpPr>
            <p:spPr>
              <a:xfrm>
                <a:off x="85292" y="2424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405FD8D2-2A72-41DC-97A1-3BBC3BA58C01}"/>
                  </a:ext>
                </a:extLst>
              </p:cNvPr>
              <p:cNvSpPr/>
              <p:nvPr/>
            </p:nvSpPr>
            <p:spPr>
              <a:xfrm>
                <a:off x="85292" y="425018"/>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8223FC2C-3E81-479D-BCA9-27A74861B47C}"/>
                  </a:ext>
                </a:extLst>
              </p:cNvPr>
              <p:cNvSpPr/>
              <p:nvPr/>
            </p:nvSpPr>
            <p:spPr>
              <a:xfrm>
                <a:off x="85292" y="607581"/>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33ECFB38-EC1C-436B-B1FF-4B3C85260109}"/>
                  </a:ext>
                </a:extLst>
              </p:cNvPr>
              <p:cNvSpPr/>
              <p:nvPr/>
            </p:nvSpPr>
            <p:spPr>
              <a:xfrm>
                <a:off x="85292" y="790144"/>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a:extLst>
                  <a:ext uri="{FF2B5EF4-FFF2-40B4-BE49-F238E27FC236}">
                    <a16:creationId xmlns:a16="http://schemas.microsoft.com/office/drawing/2014/main" id="{EDC08F8F-07F7-4AA7-9F6E-4F3A4A77164C}"/>
                  </a:ext>
                </a:extLst>
              </p:cNvPr>
              <p:cNvSpPr/>
              <p:nvPr/>
            </p:nvSpPr>
            <p:spPr>
              <a:xfrm>
                <a:off x="85292" y="972707"/>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a:extLst>
                  <a:ext uri="{FF2B5EF4-FFF2-40B4-BE49-F238E27FC236}">
                    <a16:creationId xmlns:a16="http://schemas.microsoft.com/office/drawing/2014/main" id="{57609A66-32D2-4EF0-9DCE-A2537AB10743}"/>
                  </a:ext>
                </a:extLst>
              </p:cNvPr>
              <p:cNvSpPr/>
              <p:nvPr/>
            </p:nvSpPr>
            <p:spPr>
              <a:xfrm>
                <a:off x="85292" y="1155270"/>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03B13ECD-F2C1-43A7-927A-ECAF48CE60B9}"/>
                  </a:ext>
                </a:extLst>
              </p:cNvPr>
              <p:cNvSpPr/>
              <p:nvPr/>
            </p:nvSpPr>
            <p:spPr>
              <a:xfrm>
                <a:off x="85292" y="1337833"/>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3B1D26A5-414D-4F83-8062-FFF3667BEF3A}"/>
                  </a:ext>
                </a:extLst>
              </p:cNvPr>
              <p:cNvSpPr/>
              <p:nvPr/>
            </p:nvSpPr>
            <p:spPr>
              <a:xfrm>
                <a:off x="85292" y="1520396"/>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a:extLst>
                  <a:ext uri="{FF2B5EF4-FFF2-40B4-BE49-F238E27FC236}">
                    <a16:creationId xmlns:a16="http://schemas.microsoft.com/office/drawing/2014/main" id="{91A00627-C25C-45AE-A80B-92DC6298D9A3}"/>
                  </a:ext>
                </a:extLst>
              </p:cNvPr>
              <p:cNvSpPr/>
              <p:nvPr/>
            </p:nvSpPr>
            <p:spPr>
              <a:xfrm>
                <a:off x="85292" y="1702955"/>
                <a:ext cx="86591" cy="865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68" name="TextBox 167">
            <a:extLst>
              <a:ext uri="{FF2B5EF4-FFF2-40B4-BE49-F238E27FC236}">
                <a16:creationId xmlns:a16="http://schemas.microsoft.com/office/drawing/2014/main" id="{A12141E3-F0E6-459C-8E65-E7AB4EF76C3D}"/>
              </a:ext>
            </a:extLst>
          </p:cNvPr>
          <p:cNvSpPr txBox="1"/>
          <p:nvPr/>
        </p:nvSpPr>
        <p:spPr>
          <a:xfrm>
            <a:off x="2351453" y="484424"/>
            <a:ext cx="9004664" cy="523220"/>
          </a:xfrm>
          <a:prstGeom prst="rect">
            <a:avLst/>
          </a:prstGeom>
          <a:noFill/>
        </p:spPr>
        <p:txBody>
          <a:bodyPr wrap="square">
            <a:spAutoFit/>
          </a:bodyPr>
          <a:lstStyle/>
          <a:p>
            <a:pPr algn="ctr"/>
            <a:r>
              <a:rPr lang="en-US" sz="2800" dirty="0">
                <a:solidFill>
                  <a:srgbClr val="FFFFFF"/>
                </a:solidFill>
                <a:effectLst/>
                <a:latin typeface="Tahoma" panose="020B0604030504040204" pitchFamily="34" charset="0"/>
                <a:ea typeface="Tahoma" panose="020B0604030504040204" pitchFamily="34" charset="0"/>
              </a:rPr>
              <a:t>Conclusion</a:t>
            </a:r>
            <a:endParaRPr lang="en-US" sz="2800" dirty="0"/>
          </a:p>
        </p:txBody>
      </p:sp>
      <p:cxnSp>
        <p:nvCxnSpPr>
          <p:cNvPr id="169" name="Straight Connector 168">
            <a:extLst>
              <a:ext uri="{FF2B5EF4-FFF2-40B4-BE49-F238E27FC236}">
                <a16:creationId xmlns:a16="http://schemas.microsoft.com/office/drawing/2014/main" id="{DA9345A3-EF31-48A1-AC43-EA5C3A14F3B4}"/>
              </a:ext>
            </a:extLst>
          </p:cNvPr>
          <p:cNvCxnSpPr>
            <a:cxnSpLocks/>
          </p:cNvCxnSpPr>
          <p:nvPr/>
        </p:nvCxnSpPr>
        <p:spPr>
          <a:xfrm>
            <a:off x="933720" y="1123406"/>
            <a:ext cx="1063107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170" name="TextBox 169">
            <a:extLst>
              <a:ext uri="{FF2B5EF4-FFF2-40B4-BE49-F238E27FC236}">
                <a16:creationId xmlns:a16="http://schemas.microsoft.com/office/drawing/2014/main" id="{8DA58149-04F5-4B9D-9CEB-3385E5D00F13}"/>
              </a:ext>
            </a:extLst>
          </p:cNvPr>
          <p:cNvSpPr txBox="1"/>
          <p:nvPr/>
        </p:nvSpPr>
        <p:spPr>
          <a:xfrm>
            <a:off x="2276074" y="2329984"/>
            <a:ext cx="9772972" cy="1754326"/>
          </a:xfrm>
          <a:prstGeom prst="rect">
            <a:avLst/>
          </a:prstGeom>
          <a:noFill/>
        </p:spPr>
        <p:txBody>
          <a:bodyPr wrap="square">
            <a:spAutoFit/>
          </a:bodyPr>
          <a:lstStyle/>
          <a:p>
            <a:pPr algn="l"/>
            <a:r>
              <a:rPr lang="en-US" b="0" i="0" dirty="0">
                <a:solidFill>
                  <a:schemeClr val="bg1"/>
                </a:solidFill>
                <a:effectLst/>
                <a:latin typeface="source-serif-pro"/>
              </a:rPr>
              <a:t>The analysis of Parch and Posey’s operational performance offers a comprehensive overview of the company’s operations and customer base, providing valuable insights into key areas for improvement.</a:t>
            </a:r>
          </a:p>
          <a:p>
            <a:pPr algn="l"/>
            <a:endParaRPr lang="en-US" dirty="0">
              <a:solidFill>
                <a:schemeClr val="bg1"/>
              </a:solidFill>
              <a:latin typeface="source-serif-pro"/>
            </a:endParaRPr>
          </a:p>
          <a:p>
            <a:pPr algn="l"/>
            <a:r>
              <a:rPr lang="en-US" b="0" i="0" dirty="0">
                <a:solidFill>
                  <a:schemeClr val="bg1"/>
                </a:solidFill>
                <a:effectLst/>
                <a:latin typeface="source-serif-pro"/>
              </a:rPr>
              <a:t>By implementing the recommendations outlined in this report, CDE can make informed decisions to seamlessly </a:t>
            </a:r>
            <a:r>
              <a:rPr lang="en-US" b="0" i="0" dirty="0">
                <a:solidFill>
                  <a:srgbClr val="F0F6FC"/>
                </a:solidFill>
                <a:effectLst/>
                <a:latin typeface="-apple-system"/>
              </a:rPr>
              <a:t>diversify into the sales of goods and services</a:t>
            </a:r>
            <a:r>
              <a:rPr lang="en-US" dirty="0">
                <a:solidFill>
                  <a:schemeClr val="bg1"/>
                </a:solidFill>
                <a:latin typeface="source-serif-pro"/>
              </a:rPr>
              <a:t>, and also </a:t>
            </a:r>
            <a:r>
              <a:rPr lang="en-US" b="0" i="0" dirty="0">
                <a:solidFill>
                  <a:schemeClr val="bg1"/>
                </a:solidFill>
                <a:effectLst/>
                <a:latin typeface="source-serif-pro"/>
              </a:rPr>
              <a:t>enhance operational efficiency, drive revenue growth, and improve overall business performance.</a:t>
            </a:r>
          </a:p>
        </p:txBody>
      </p:sp>
      <p:pic>
        <p:nvPicPr>
          <p:cNvPr id="171" name="Image 8">
            <a:extLst>
              <a:ext uri="{FF2B5EF4-FFF2-40B4-BE49-F238E27FC236}">
                <a16:creationId xmlns:a16="http://schemas.microsoft.com/office/drawing/2014/main" id="{69CFF86A-6F95-4306-B5DD-91E2415B1F98}"/>
              </a:ext>
            </a:extLst>
          </p:cNvPr>
          <p:cNvPicPr/>
          <p:nvPr/>
        </p:nvPicPr>
        <p:blipFill>
          <a:blip r:embed="rId5" cstate="print"/>
          <a:stretch>
            <a:fillRect/>
          </a:stretch>
        </p:blipFill>
        <p:spPr>
          <a:xfrm>
            <a:off x="50606" y="125218"/>
            <a:ext cx="1189990" cy="380365"/>
          </a:xfrm>
          <a:prstGeom prst="rect">
            <a:avLst/>
          </a:prstGeom>
        </p:spPr>
      </p:pic>
    </p:spTree>
    <p:extLst>
      <p:ext uri="{BB962C8B-B14F-4D97-AF65-F5344CB8AC3E}">
        <p14:creationId xmlns:p14="http://schemas.microsoft.com/office/powerpoint/2010/main" val="1646016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DEF434A6-E670-D54E-B330-0A9E550FC957}"/>
              </a:ext>
            </a:extLst>
          </p:cNvPr>
          <p:cNvGraphicFramePr>
            <a:graphicFrameLocks noChangeAspect="1"/>
          </p:cNvGraphicFramePr>
          <p:nvPr>
            <p:custDataLst>
              <p:tags r:id="rId2"/>
            </p:custDataLst>
            <p:extLst>
              <p:ext uri="{D42A27DB-BD31-4B8C-83A1-F6EECF244321}">
                <p14:modId xmlns:p14="http://schemas.microsoft.com/office/powerpoint/2010/main" val="40693074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4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a:extLst>
              <a:ext uri="{FF2B5EF4-FFF2-40B4-BE49-F238E27FC236}">
                <a16:creationId xmlns:a16="http://schemas.microsoft.com/office/drawing/2014/main" id="{0FED0173-8C03-4A41-A9B6-BF71ED26D51D}"/>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0"/>
                    </a14:imgEffect>
                    <a14:imgEffect>
                      <a14:brightnessContrast bright="-16000"/>
                    </a14:imgEffect>
                  </a14:imgLayer>
                </a14:imgProps>
              </a:ext>
              <a:ext uri="{28A0092B-C50C-407E-A947-70E740481C1C}">
                <a14:useLocalDpi xmlns:a14="http://schemas.microsoft.com/office/drawing/2010/main" val="0"/>
              </a:ext>
            </a:extLst>
          </a:blip>
          <a:srcRect l="18297" t="16878" b="14183"/>
          <a:stretch/>
        </p:blipFill>
        <p:spPr>
          <a:xfrm>
            <a:off x="0" y="0"/>
            <a:ext cx="12192000" cy="6858000"/>
          </a:xfrm>
          <a:prstGeom prst="rect">
            <a:avLst/>
          </a:prstGeom>
        </p:spPr>
      </p:pic>
      <p:sp>
        <p:nvSpPr>
          <p:cNvPr id="3" name="Rectangle 2">
            <a:extLst>
              <a:ext uri="{FF2B5EF4-FFF2-40B4-BE49-F238E27FC236}">
                <a16:creationId xmlns:a16="http://schemas.microsoft.com/office/drawing/2014/main" id="{A6FCFB19-CD9D-5143-95A1-8EF2AC59AE57}"/>
              </a:ext>
            </a:extLst>
          </p:cNvPr>
          <p:cNvSpPr/>
          <p:nvPr/>
        </p:nvSpPr>
        <p:spPr>
          <a:xfrm>
            <a:off x="0" y="0"/>
            <a:ext cx="12192000" cy="6858000"/>
          </a:xfrm>
          <a:prstGeom prst="rect">
            <a:avLst/>
          </a:prstGeom>
          <a:gradFill flip="none" rotWithShape="1">
            <a:gsLst>
              <a:gs pos="0">
                <a:schemeClr val="tx1">
                  <a:alpha val="90000"/>
                </a:schemeClr>
              </a:gs>
              <a:gs pos="100000">
                <a:schemeClr val="tx1">
                  <a:alpha val="95000"/>
                </a:schemeClr>
              </a:gs>
              <a:gs pos="48000">
                <a:schemeClr val="tx1">
                  <a:alpha val="70000"/>
                </a:schemeClr>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3" name="Freeform 72">
            <a:extLst>
              <a:ext uri="{FF2B5EF4-FFF2-40B4-BE49-F238E27FC236}">
                <a16:creationId xmlns:a16="http://schemas.microsoft.com/office/drawing/2014/main" id="{66DF05F3-F9A8-1D42-BE75-A986943D68F5}"/>
              </a:ext>
            </a:extLst>
          </p:cNvPr>
          <p:cNvSpPr/>
          <p:nvPr/>
        </p:nvSpPr>
        <p:spPr>
          <a:xfrm>
            <a:off x="6747100" y="0"/>
            <a:ext cx="4911500" cy="6248400"/>
          </a:xfrm>
          <a:custGeom>
            <a:avLst/>
            <a:gdLst>
              <a:gd name="connsiteX0" fmla="*/ 0 w 4911500"/>
              <a:gd name="connsiteY0" fmla="*/ 0 h 6248400"/>
              <a:gd name="connsiteX1" fmla="*/ 4911500 w 4911500"/>
              <a:gd name="connsiteY1" fmla="*/ 0 h 6248400"/>
              <a:gd name="connsiteX2" fmla="*/ 4911500 w 4911500"/>
              <a:gd name="connsiteY2" fmla="*/ 4913859 h 6248400"/>
              <a:gd name="connsiteX3" fmla="*/ 4831038 w 4911500"/>
              <a:gd name="connsiteY3" fmla="*/ 4917922 h 6248400"/>
              <a:gd name="connsiteX4" fmla="*/ 3576727 w 4911500"/>
              <a:gd name="connsiteY4" fmla="*/ 6172233 h 6248400"/>
              <a:gd name="connsiteX5" fmla="*/ 3572881 w 4911500"/>
              <a:gd name="connsiteY5" fmla="*/ 6248400 h 6248400"/>
              <a:gd name="connsiteX6" fmla="*/ 0 w 4911500"/>
              <a:gd name="connsiteY6" fmla="*/ 6248400 h 6248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11500" h="6248400">
                <a:moveTo>
                  <a:pt x="0" y="0"/>
                </a:moveTo>
                <a:lnTo>
                  <a:pt x="4911500" y="0"/>
                </a:lnTo>
                <a:lnTo>
                  <a:pt x="4911500" y="4913859"/>
                </a:lnTo>
                <a:lnTo>
                  <a:pt x="4831038" y="4917922"/>
                </a:lnTo>
                <a:cubicBezTo>
                  <a:pt x="4169675" y="4985087"/>
                  <a:pt x="3643892" y="5510870"/>
                  <a:pt x="3576727" y="6172233"/>
                </a:cubicBezTo>
                <a:lnTo>
                  <a:pt x="3572881" y="6248400"/>
                </a:lnTo>
                <a:lnTo>
                  <a:pt x="0" y="6248400"/>
                </a:lnTo>
                <a:close/>
              </a:path>
            </a:pathLst>
          </a:custGeom>
          <a:pattFill prst="ltUpDiag">
            <a:fgClr>
              <a:schemeClr val="accent6"/>
            </a:fgClr>
            <a:bgClr>
              <a:schemeClr val="tx1"/>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itle 1">
            <a:extLst>
              <a:ext uri="{FF2B5EF4-FFF2-40B4-BE49-F238E27FC236}">
                <a16:creationId xmlns:a16="http://schemas.microsoft.com/office/drawing/2014/main" id="{E4AEEA9F-B57B-4749-8859-8B05CFC6B696}"/>
              </a:ext>
            </a:extLst>
          </p:cNvPr>
          <p:cNvSpPr txBox="1">
            <a:spLocks/>
          </p:cNvSpPr>
          <p:nvPr/>
        </p:nvSpPr>
        <p:spPr>
          <a:xfrm>
            <a:off x="8308566" y="2598004"/>
            <a:ext cx="2233864" cy="1661993"/>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4400" b="1" kern="1200">
                <a:solidFill>
                  <a:schemeClr val="tx1"/>
                </a:solidFill>
                <a:latin typeface="Georgia" panose="02040502050405020303" pitchFamily="18" charset="0"/>
                <a:ea typeface="+mj-ea"/>
                <a:cs typeface="+mj-cs"/>
              </a:defRPr>
            </a:lvl1pPr>
          </a:lstStyle>
          <a:p>
            <a:pPr>
              <a:lnSpc>
                <a:spcPct val="100000"/>
              </a:lnSpc>
            </a:pPr>
            <a:r>
              <a:rPr lang="en-US" sz="5400" i="1" dirty="0">
                <a:solidFill>
                  <a:schemeClr val="bg1"/>
                </a:solidFill>
                <a:latin typeface="Segoe UI" panose="020B0502040204020203" pitchFamily="34" charset="0"/>
                <a:cs typeface="Segoe UI" panose="020B0502040204020203" pitchFamily="34" charset="0"/>
              </a:rPr>
              <a:t>Thank You</a:t>
            </a:r>
          </a:p>
        </p:txBody>
      </p:sp>
      <p:sp>
        <p:nvSpPr>
          <p:cNvPr id="71" name="Freeform 70">
            <a:extLst>
              <a:ext uri="{FF2B5EF4-FFF2-40B4-BE49-F238E27FC236}">
                <a16:creationId xmlns:a16="http://schemas.microsoft.com/office/drawing/2014/main" id="{8C974EDF-9D72-FC42-A9C9-9D2011C8EF65}"/>
              </a:ext>
            </a:extLst>
          </p:cNvPr>
          <p:cNvSpPr/>
          <p:nvPr/>
        </p:nvSpPr>
        <p:spPr>
          <a:xfrm flipH="1">
            <a:off x="10429136" y="5027546"/>
            <a:ext cx="1762864" cy="1830455"/>
          </a:xfrm>
          <a:custGeom>
            <a:avLst/>
            <a:gdLst>
              <a:gd name="connsiteX0" fmla="*/ 516755 w 1762864"/>
              <a:gd name="connsiteY0" fmla="*/ 0 h 1830455"/>
              <a:gd name="connsiteX1" fmla="*/ 88301 w 1762864"/>
              <a:gd name="connsiteY1" fmla="*/ 75614 h 1830455"/>
              <a:gd name="connsiteX2" fmla="*/ 0 w 1762864"/>
              <a:gd name="connsiteY2" fmla="*/ 116808 h 1830455"/>
              <a:gd name="connsiteX3" fmla="*/ 0 w 1762864"/>
              <a:gd name="connsiteY3" fmla="*/ 1830455 h 1830455"/>
              <a:gd name="connsiteX4" fmla="*/ 1616437 w 1762864"/>
              <a:gd name="connsiteY4" fmla="*/ 1830455 h 1830455"/>
              <a:gd name="connsiteX5" fmla="*/ 1646466 w 1762864"/>
              <a:gd name="connsiteY5" fmla="*/ 1772684 h 1830455"/>
              <a:gd name="connsiteX6" fmla="*/ 1762864 w 1762864"/>
              <a:gd name="connsiteY6" fmla="*/ 1246109 h 1830455"/>
              <a:gd name="connsiteX7" fmla="*/ 516755 w 1762864"/>
              <a:gd name="connsiteY7" fmla="*/ 0 h 183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62864" h="1830455">
                <a:moveTo>
                  <a:pt x="516755" y="0"/>
                </a:moveTo>
                <a:cubicBezTo>
                  <a:pt x="366210" y="0"/>
                  <a:pt x="221899" y="26697"/>
                  <a:pt x="88301" y="75614"/>
                </a:cubicBezTo>
                <a:lnTo>
                  <a:pt x="0" y="116808"/>
                </a:lnTo>
                <a:lnTo>
                  <a:pt x="0" y="1830455"/>
                </a:lnTo>
                <a:lnTo>
                  <a:pt x="1616437" y="1830455"/>
                </a:lnTo>
                <a:lnTo>
                  <a:pt x="1646466" y="1772684"/>
                </a:lnTo>
                <a:cubicBezTo>
                  <a:pt x="1721151" y="1612730"/>
                  <a:pt x="1762864" y="1434291"/>
                  <a:pt x="1762864" y="1246109"/>
                </a:cubicBezTo>
                <a:cubicBezTo>
                  <a:pt x="1762864" y="557902"/>
                  <a:pt x="1204962" y="0"/>
                  <a:pt x="516755" y="0"/>
                </a:cubicBezTo>
                <a:close/>
              </a:path>
            </a:pathLst>
          </a:cu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8" name="Oval 67">
            <a:extLst>
              <a:ext uri="{FF2B5EF4-FFF2-40B4-BE49-F238E27FC236}">
                <a16:creationId xmlns:a16="http://schemas.microsoft.com/office/drawing/2014/main" id="{7F64014D-429E-6845-B400-86406B99F80E}"/>
              </a:ext>
            </a:extLst>
          </p:cNvPr>
          <p:cNvSpPr/>
          <p:nvPr/>
        </p:nvSpPr>
        <p:spPr>
          <a:xfrm flipH="1">
            <a:off x="11192313" y="5790722"/>
            <a:ext cx="965864" cy="965864"/>
          </a:xfrm>
          <a:prstGeom prst="ellipse">
            <a:avLst/>
          </a:prstGeom>
          <a:pattFill prst="dkUpDiag">
            <a:fgClr>
              <a:schemeClr val="accent6"/>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76" name="Group 75">
            <a:extLst>
              <a:ext uri="{FF2B5EF4-FFF2-40B4-BE49-F238E27FC236}">
                <a16:creationId xmlns:a16="http://schemas.microsoft.com/office/drawing/2014/main" id="{C7A84876-1F7B-3544-993C-CD38808A5380}"/>
              </a:ext>
            </a:extLst>
          </p:cNvPr>
          <p:cNvGrpSpPr/>
          <p:nvPr/>
        </p:nvGrpSpPr>
        <p:grpSpPr>
          <a:xfrm rot="16200000">
            <a:off x="555156" y="1223055"/>
            <a:ext cx="804758" cy="144689"/>
            <a:chOff x="4455886" y="479425"/>
            <a:chExt cx="804758" cy="144689"/>
          </a:xfrm>
        </p:grpSpPr>
        <p:cxnSp>
          <p:nvCxnSpPr>
            <p:cNvPr id="77" name="Straight Connector 76">
              <a:extLst>
                <a:ext uri="{FF2B5EF4-FFF2-40B4-BE49-F238E27FC236}">
                  <a16:creationId xmlns:a16="http://schemas.microsoft.com/office/drawing/2014/main" id="{F5F18B08-42AA-A641-BF89-D18F4E5B46AF}"/>
                </a:ext>
              </a:extLst>
            </p:cNvPr>
            <p:cNvCxnSpPr>
              <a:cxnSpLocks/>
            </p:cNvCxnSpPr>
            <p:nvPr/>
          </p:nvCxnSpPr>
          <p:spPr>
            <a:xfrm flipH="1">
              <a:off x="445588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7D9083AF-5E34-B140-AE54-52CA984940C2}"/>
                </a:ext>
              </a:extLst>
            </p:cNvPr>
            <p:cNvCxnSpPr>
              <a:cxnSpLocks/>
            </p:cNvCxnSpPr>
            <p:nvPr/>
          </p:nvCxnSpPr>
          <p:spPr>
            <a:xfrm flipH="1">
              <a:off x="460384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DB428CD7-E27A-2844-B194-A865E1AF11EA}"/>
                </a:ext>
              </a:extLst>
            </p:cNvPr>
            <p:cNvCxnSpPr>
              <a:cxnSpLocks/>
            </p:cNvCxnSpPr>
            <p:nvPr/>
          </p:nvCxnSpPr>
          <p:spPr>
            <a:xfrm flipH="1">
              <a:off x="475179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BDE4D1E7-D1B7-1247-9438-D5E06268809E}"/>
                </a:ext>
              </a:extLst>
            </p:cNvPr>
            <p:cNvCxnSpPr>
              <a:cxnSpLocks/>
            </p:cNvCxnSpPr>
            <p:nvPr/>
          </p:nvCxnSpPr>
          <p:spPr>
            <a:xfrm flipH="1">
              <a:off x="489975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F79F0A12-4B70-BE44-9836-8631446971B0}"/>
                </a:ext>
              </a:extLst>
            </p:cNvPr>
            <p:cNvCxnSpPr>
              <a:cxnSpLocks/>
            </p:cNvCxnSpPr>
            <p:nvPr/>
          </p:nvCxnSpPr>
          <p:spPr>
            <a:xfrm flipH="1">
              <a:off x="5047706"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BADED522-DFFE-7A42-9010-C733CC26CD0A}"/>
                </a:ext>
              </a:extLst>
            </p:cNvPr>
            <p:cNvCxnSpPr>
              <a:cxnSpLocks/>
            </p:cNvCxnSpPr>
            <p:nvPr/>
          </p:nvCxnSpPr>
          <p:spPr>
            <a:xfrm flipH="1">
              <a:off x="5195661" y="479425"/>
              <a:ext cx="64983" cy="144689"/>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83" name="Straight Connector 82">
            <a:extLst>
              <a:ext uri="{FF2B5EF4-FFF2-40B4-BE49-F238E27FC236}">
                <a16:creationId xmlns:a16="http://schemas.microsoft.com/office/drawing/2014/main" id="{F3ED6BCC-93C2-3A47-8F67-6DC62290E97A}"/>
              </a:ext>
            </a:extLst>
          </p:cNvPr>
          <p:cNvCxnSpPr>
            <a:cxnSpLocks/>
          </p:cNvCxnSpPr>
          <p:nvPr/>
        </p:nvCxnSpPr>
        <p:spPr>
          <a:xfrm>
            <a:off x="957534" y="2598004"/>
            <a:ext cx="0" cy="4259996"/>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28" name="Image 8">
            <a:extLst>
              <a:ext uri="{FF2B5EF4-FFF2-40B4-BE49-F238E27FC236}">
                <a16:creationId xmlns:a16="http://schemas.microsoft.com/office/drawing/2014/main" id="{2339A7A4-51FA-478F-8825-7F87B9D7C6B5}"/>
              </a:ext>
            </a:extLst>
          </p:cNvPr>
          <p:cNvPicPr/>
          <p:nvPr/>
        </p:nvPicPr>
        <p:blipFill>
          <a:blip r:embed="rId8" cstate="print"/>
          <a:stretch>
            <a:fillRect/>
          </a:stretch>
        </p:blipFill>
        <p:spPr>
          <a:xfrm>
            <a:off x="50606" y="125218"/>
            <a:ext cx="1189990" cy="380365"/>
          </a:xfrm>
          <a:prstGeom prst="rect">
            <a:avLst/>
          </a:prstGeom>
        </p:spPr>
      </p:pic>
    </p:spTree>
    <p:extLst>
      <p:ext uri="{BB962C8B-B14F-4D97-AF65-F5344CB8AC3E}">
        <p14:creationId xmlns:p14="http://schemas.microsoft.com/office/powerpoint/2010/main" val="8666595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zrcfXOqYtZIwjn.KCVDk5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pBBOC9BprqMdNtcYEXKFU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1IFArVL.DeOOXVc5P4RAx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GqK5ABAoYQ7P94TI78Qoh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U500ps.UB5gx63fzRFdDj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m9SOX6z6TmiJrtpEZPUnq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dv8Ke_bBdwbDcySV3NOKV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AQoGnvVz38fyDwzX9uomS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pcOC6JjGHxclOcC9mpfuo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MH_96fGnV7maXJXeezgN0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SclMmChe9DXzjBbC6Ns.n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Custom 33">
      <a:dk1>
        <a:srgbClr val="000000"/>
      </a:dk1>
      <a:lt1>
        <a:srgbClr val="FFFFFF"/>
      </a:lt1>
      <a:dk2>
        <a:srgbClr val="44546A"/>
      </a:dk2>
      <a:lt2>
        <a:srgbClr val="E7E6E6"/>
      </a:lt2>
      <a:accent1>
        <a:srgbClr val="0C0D0C"/>
      </a:accent1>
      <a:accent2>
        <a:srgbClr val="252625"/>
      </a:accent2>
      <a:accent3>
        <a:srgbClr val="3F403F"/>
      </a:accent3>
      <a:accent4>
        <a:srgbClr val="727372"/>
      </a:accent4>
      <a:accent5>
        <a:srgbClr val="D8D9D8"/>
      </a:accent5>
      <a:accent6>
        <a:srgbClr val="A38A60"/>
      </a:accent6>
      <a:hlink>
        <a:srgbClr val="0563C1"/>
      </a:hlink>
      <a:folHlink>
        <a:srgbClr val="954F72"/>
      </a:folHlink>
    </a:clrScheme>
    <a:fontScheme name="Custom 20">
      <a:majorFont>
        <a:latin typeface="Segoe UI 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319</TotalTime>
  <Words>1059</Words>
  <Application>Microsoft Office PowerPoint</Application>
  <PresentationFormat>Widescreen</PresentationFormat>
  <Paragraphs>97</Paragraphs>
  <Slides>14</Slides>
  <Notes>13</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3" baseType="lpstr">
      <vt:lpstr>-apple-system</vt:lpstr>
      <vt:lpstr>Arial</vt:lpstr>
      <vt:lpstr>Calibri</vt:lpstr>
      <vt:lpstr>Segoe UI</vt:lpstr>
      <vt:lpstr>Segoe UI Light</vt:lpstr>
      <vt:lpstr>source-serif-pro</vt:lpstr>
      <vt:lpstr>Tahoma</vt:lpstr>
      <vt:lpstr>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it 24slides2</dc:creator>
  <cp:lastModifiedBy>Adegboyega Oluwagbemiga</cp:lastModifiedBy>
  <cp:revision>45</cp:revision>
  <dcterms:created xsi:type="dcterms:W3CDTF">2020-12-30T02:56:23Z</dcterms:created>
  <dcterms:modified xsi:type="dcterms:W3CDTF">2025-09-10T11:48:15Z</dcterms:modified>
</cp:coreProperties>
</file>